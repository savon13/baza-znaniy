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9" r:id="rId4"/>
    <p:sldId id="270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D80D12-24FC-4AF3-BCED-F9ED3631CAE0}" type="doc">
      <dgm:prSet loTypeId="urn:microsoft.com/office/officeart/2005/8/layout/chart3" loCatId="cycle" qsTypeId="urn:microsoft.com/office/officeart/2005/8/quickstyle/simple5" qsCatId="simple" csTypeId="urn:microsoft.com/office/officeart/2005/8/colors/accent1_2" csCatId="accent1" phldr="1"/>
      <dgm:spPr/>
    </dgm:pt>
    <dgm:pt modelId="{4CC73516-C0D1-4782-AD19-2FAAA68E8225}">
      <dgm:prSet phldrT="[Текст]" custT="1"/>
      <dgm:spPr/>
      <dgm:t>
        <a:bodyPr/>
        <a:lstStyle/>
        <a:p>
          <a:r>
            <a:rPr lang="ru-RU" sz="4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уметь</a:t>
          </a:r>
          <a:endParaRPr lang="ru-RU" sz="4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29D175-5A4F-4ED0-BAD6-A7AF1EF8B901}" type="parTrans" cxnId="{4F58CE00-2618-4447-AC56-3A9F4E4BDAA1}">
      <dgm:prSet/>
      <dgm:spPr/>
      <dgm:t>
        <a:bodyPr/>
        <a:lstStyle/>
        <a:p>
          <a:endParaRPr lang="ru-RU" sz="4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0A1559-8071-4444-A899-18A03CC6038F}" type="sibTrans" cxnId="{4F58CE00-2618-4447-AC56-3A9F4E4BDAA1}">
      <dgm:prSet/>
      <dgm:spPr/>
      <dgm:t>
        <a:bodyPr/>
        <a:lstStyle/>
        <a:p>
          <a:endParaRPr lang="ru-RU" sz="4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EC9B01-A502-4A49-A77E-D5F51D486492}">
      <dgm:prSet phldrT="[Текст]" custT="1"/>
      <dgm:spPr/>
      <dgm:t>
        <a:bodyPr/>
        <a:lstStyle/>
        <a:p>
          <a:r>
            <a:rPr lang="ru-RU" sz="4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иметь право</a:t>
          </a:r>
          <a:endParaRPr lang="ru-RU" sz="4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BDC7ED-A64F-450A-A740-A346C6ACE849}" type="parTrans" cxnId="{74436A1B-7C10-4761-9896-6F19456060FA}">
      <dgm:prSet/>
      <dgm:spPr/>
      <dgm:t>
        <a:bodyPr/>
        <a:lstStyle/>
        <a:p>
          <a:endParaRPr lang="ru-RU" sz="4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53F65E-90AA-4A46-877E-B3844051F92A}" type="sibTrans" cxnId="{74436A1B-7C10-4761-9896-6F19456060FA}">
      <dgm:prSet/>
      <dgm:spPr/>
      <dgm:t>
        <a:bodyPr/>
        <a:lstStyle/>
        <a:p>
          <a:endParaRPr lang="ru-RU" sz="4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237AF3-FD19-43C6-B33F-9033E4BC42C4}">
      <dgm:prSet phldrT="[Текст]" custT="1"/>
      <dgm:spPr/>
      <dgm:t>
        <a:bodyPr/>
        <a:lstStyle/>
        <a:p>
          <a:r>
            <a:rPr lang="ru-RU" sz="4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знать</a:t>
          </a:r>
          <a:endParaRPr lang="ru-RU" sz="4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EF439A-6A92-4ECB-B504-C710D512B783}" type="parTrans" cxnId="{23959CB5-DFED-4CBF-88CC-3FF4687BF3F1}">
      <dgm:prSet/>
      <dgm:spPr/>
      <dgm:t>
        <a:bodyPr/>
        <a:lstStyle/>
        <a:p>
          <a:endParaRPr lang="ru-RU" sz="4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D53B6B-792B-47DD-BB0F-CF17F75713B1}" type="sibTrans" cxnId="{23959CB5-DFED-4CBF-88CC-3FF4687BF3F1}">
      <dgm:prSet/>
      <dgm:spPr/>
      <dgm:t>
        <a:bodyPr/>
        <a:lstStyle/>
        <a:p>
          <a:endParaRPr lang="ru-RU" sz="4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C8D430-D99D-4912-9CB0-458885FA4DB2}" type="pres">
      <dgm:prSet presAssocID="{8AD80D12-24FC-4AF3-BCED-F9ED3631CAE0}" presName="compositeShape" presStyleCnt="0">
        <dgm:presLayoutVars>
          <dgm:chMax val="7"/>
          <dgm:dir/>
          <dgm:resizeHandles val="exact"/>
        </dgm:presLayoutVars>
      </dgm:prSet>
      <dgm:spPr/>
    </dgm:pt>
    <dgm:pt modelId="{149D0D6B-BEAF-4D91-9114-18CF48F63B25}" type="pres">
      <dgm:prSet presAssocID="{8AD80D12-24FC-4AF3-BCED-F9ED3631CAE0}" presName="wedge1" presStyleLbl="node1" presStyleIdx="0" presStyleCnt="3"/>
      <dgm:spPr/>
    </dgm:pt>
    <dgm:pt modelId="{9F4D2C61-DB1C-4D1C-9B17-D00613F5D3E0}" type="pres">
      <dgm:prSet presAssocID="{8AD80D12-24FC-4AF3-BCED-F9ED3631CAE0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ABF8B92-BF54-4127-B4C6-DE394F8EB031}" type="pres">
      <dgm:prSet presAssocID="{8AD80D12-24FC-4AF3-BCED-F9ED3631CAE0}" presName="wedge2" presStyleLbl="node1" presStyleIdx="1" presStyleCnt="3" custScaleX="106845" custScaleY="101491"/>
      <dgm:spPr/>
      <dgm:t>
        <a:bodyPr/>
        <a:lstStyle/>
        <a:p>
          <a:endParaRPr lang="ru-RU"/>
        </a:p>
      </dgm:t>
    </dgm:pt>
    <dgm:pt modelId="{070AE826-134B-45A7-93FD-8A4322B78C9A}" type="pres">
      <dgm:prSet presAssocID="{8AD80D12-24FC-4AF3-BCED-F9ED3631CAE0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992691-40BC-4BDE-97B8-940603043751}" type="pres">
      <dgm:prSet presAssocID="{8AD80D12-24FC-4AF3-BCED-F9ED3631CAE0}" presName="wedge3" presStyleLbl="node1" presStyleIdx="2" presStyleCnt="3"/>
      <dgm:spPr/>
    </dgm:pt>
    <dgm:pt modelId="{BC8933FD-628C-4860-B591-2E91990664E7}" type="pres">
      <dgm:prSet presAssocID="{8AD80D12-24FC-4AF3-BCED-F9ED3631CAE0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B196945-51BD-4C70-ADEC-227308B1C0F2}" type="presOf" srcId="{8AD80D12-24FC-4AF3-BCED-F9ED3631CAE0}" destId="{FCC8D430-D99D-4912-9CB0-458885FA4DB2}" srcOrd="0" destOrd="0" presId="urn:microsoft.com/office/officeart/2005/8/layout/chart3"/>
    <dgm:cxn modelId="{23959CB5-DFED-4CBF-88CC-3FF4687BF3F1}" srcId="{8AD80D12-24FC-4AF3-BCED-F9ED3631CAE0}" destId="{97237AF3-FD19-43C6-B33F-9033E4BC42C4}" srcOrd="2" destOrd="0" parTransId="{54EF439A-6A92-4ECB-B504-C710D512B783}" sibTransId="{4ED53B6B-792B-47DD-BB0F-CF17F75713B1}"/>
    <dgm:cxn modelId="{7BE3A54C-CE8D-406A-966F-C4543FF38D08}" type="presOf" srcId="{4CC73516-C0D1-4782-AD19-2FAAA68E8225}" destId="{9F4D2C61-DB1C-4D1C-9B17-D00613F5D3E0}" srcOrd="1" destOrd="0" presId="urn:microsoft.com/office/officeart/2005/8/layout/chart3"/>
    <dgm:cxn modelId="{74436A1B-7C10-4761-9896-6F19456060FA}" srcId="{8AD80D12-24FC-4AF3-BCED-F9ED3631CAE0}" destId="{9CEC9B01-A502-4A49-A77E-D5F51D486492}" srcOrd="1" destOrd="0" parTransId="{78BDC7ED-A64F-450A-A740-A346C6ACE849}" sibTransId="{1053F65E-90AA-4A46-877E-B3844051F92A}"/>
    <dgm:cxn modelId="{0C785FA7-50C0-4A5E-B069-F2C96C3272AC}" type="presOf" srcId="{97237AF3-FD19-43C6-B33F-9033E4BC42C4}" destId="{73992691-40BC-4BDE-97B8-940603043751}" srcOrd="0" destOrd="0" presId="urn:microsoft.com/office/officeart/2005/8/layout/chart3"/>
    <dgm:cxn modelId="{82ED943D-83EC-4ED8-B862-3EDA5C957F7F}" type="presOf" srcId="{97237AF3-FD19-43C6-B33F-9033E4BC42C4}" destId="{BC8933FD-628C-4860-B591-2E91990664E7}" srcOrd="1" destOrd="0" presId="urn:microsoft.com/office/officeart/2005/8/layout/chart3"/>
    <dgm:cxn modelId="{47BA5395-8546-4C20-8C47-8C527323170B}" type="presOf" srcId="{9CEC9B01-A502-4A49-A77E-D5F51D486492}" destId="{070AE826-134B-45A7-93FD-8A4322B78C9A}" srcOrd="1" destOrd="0" presId="urn:microsoft.com/office/officeart/2005/8/layout/chart3"/>
    <dgm:cxn modelId="{75CB4905-C5A3-4E9E-B255-4210025595B7}" type="presOf" srcId="{9CEC9B01-A502-4A49-A77E-D5F51D486492}" destId="{9ABF8B92-BF54-4127-B4C6-DE394F8EB031}" srcOrd="0" destOrd="0" presId="urn:microsoft.com/office/officeart/2005/8/layout/chart3"/>
    <dgm:cxn modelId="{D8CC3BA6-9D21-4139-8B37-3748377F4AC2}" type="presOf" srcId="{4CC73516-C0D1-4782-AD19-2FAAA68E8225}" destId="{149D0D6B-BEAF-4D91-9114-18CF48F63B25}" srcOrd="0" destOrd="0" presId="urn:microsoft.com/office/officeart/2005/8/layout/chart3"/>
    <dgm:cxn modelId="{4F58CE00-2618-4447-AC56-3A9F4E4BDAA1}" srcId="{8AD80D12-24FC-4AF3-BCED-F9ED3631CAE0}" destId="{4CC73516-C0D1-4782-AD19-2FAAA68E8225}" srcOrd="0" destOrd="0" parTransId="{B029D175-5A4F-4ED0-BAD6-A7AF1EF8B901}" sibTransId="{BA0A1559-8071-4444-A899-18A03CC6038F}"/>
    <dgm:cxn modelId="{FFDE4A03-E88A-41D9-A9A7-6A6272D41C90}" type="presParOf" srcId="{FCC8D430-D99D-4912-9CB0-458885FA4DB2}" destId="{149D0D6B-BEAF-4D91-9114-18CF48F63B25}" srcOrd="0" destOrd="0" presId="urn:microsoft.com/office/officeart/2005/8/layout/chart3"/>
    <dgm:cxn modelId="{1941023F-51FD-4CB1-9D5E-07F7E7E87C30}" type="presParOf" srcId="{FCC8D430-D99D-4912-9CB0-458885FA4DB2}" destId="{9F4D2C61-DB1C-4D1C-9B17-D00613F5D3E0}" srcOrd="1" destOrd="0" presId="urn:microsoft.com/office/officeart/2005/8/layout/chart3"/>
    <dgm:cxn modelId="{9F5373B2-5E2E-4A4B-803F-470AEE64C6B6}" type="presParOf" srcId="{FCC8D430-D99D-4912-9CB0-458885FA4DB2}" destId="{9ABF8B92-BF54-4127-B4C6-DE394F8EB031}" srcOrd="2" destOrd="0" presId="urn:microsoft.com/office/officeart/2005/8/layout/chart3"/>
    <dgm:cxn modelId="{BC5CA8C6-F5CE-4C42-9188-BD80ABFD08C9}" type="presParOf" srcId="{FCC8D430-D99D-4912-9CB0-458885FA4DB2}" destId="{070AE826-134B-45A7-93FD-8A4322B78C9A}" srcOrd="3" destOrd="0" presId="urn:microsoft.com/office/officeart/2005/8/layout/chart3"/>
    <dgm:cxn modelId="{9F944B45-E0FE-4A43-B998-62E6F87364EB}" type="presParOf" srcId="{FCC8D430-D99D-4912-9CB0-458885FA4DB2}" destId="{73992691-40BC-4BDE-97B8-940603043751}" srcOrd="4" destOrd="0" presId="urn:microsoft.com/office/officeart/2005/8/layout/chart3"/>
    <dgm:cxn modelId="{4094E728-B125-433C-9150-B379139FA09D}" type="presParOf" srcId="{FCC8D430-D99D-4912-9CB0-458885FA4DB2}" destId="{BC8933FD-628C-4860-B591-2E91990664E7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29505B-2062-4CDF-AEAD-2057C7727872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78064DD-B2BB-468D-A6B7-E52D4A7B1DBD}">
      <dgm:prSet phldrT="[Текст]"/>
      <dgm:spPr/>
      <dgm:t>
        <a:bodyPr/>
        <a:lstStyle/>
        <a:p>
          <a:r>
            <a:rPr lang="ru-RU" dirty="0" smtClean="0"/>
            <a:t>Прямота и правдивость</a:t>
          </a:r>
          <a:endParaRPr lang="ru-RU" dirty="0">
            <a:solidFill>
              <a:schemeClr val="tx1"/>
            </a:solidFill>
          </a:endParaRPr>
        </a:p>
      </dgm:t>
    </dgm:pt>
    <dgm:pt modelId="{153992C6-C80D-4800-A431-10F80E2D603E}" type="parTrans" cxnId="{67289D77-8DA4-4914-8008-A0297EBC2647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0B20A957-C535-425E-9987-68CE833EBCE4}" type="sibTrans" cxnId="{67289D77-8DA4-4914-8008-A0297EBC2647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3084DA7E-CE4E-40B3-8C7C-0070BBC9CAE9}">
      <dgm:prSet phldrT="[Текст]"/>
      <dgm:spPr/>
      <dgm:t>
        <a:bodyPr/>
        <a:lstStyle/>
        <a:p>
          <a:r>
            <a:rPr lang="ru-RU" dirty="0" smtClean="0"/>
            <a:t>Благоразумие оратора</a:t>
          </a:r>
          <a:endParaRPr lang="ru-RU" dirty="0">
            <a:solidFill>
              <a:schemeClr val="tx1"/>
            </a:solidFill>
          </a:endParaRPr>
        </a:p>
      </dgm:t>
    </dgm:pt>
    <dgm:pt modelId="{50CC38E6-80EE-4228-8ADB-757340552547}" type="parTrans" cxnId="{0F29E4D9-EE45-4E80-A760-4F80493FF4E0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4B042605-E334-4EDD-A511-DA0FD9FEA743}" type="sibTrans" cxnId="{0F29E4D9-EE45-4E80-A760-4F80493FF4E0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0FE6B876-7368-41A2-AD12-724140BB387C}">
      <dgm:prSet phldrT="[Текст]"/>
      <dgm:spPr/>
      <dgm:t>
        <a:bodyPr/>
        <a:lstStyle/>
        <a:p>
          <a:r>
            <a:rPr lang="ru-RU" dirty="0" smtClean="0"/>
            <a:t>Пределы правил здоровой морали</a:t>
          </a:r>
          <a:endParaRPr lang="ru-RU" dirty="0">
            <a:solidFill>
              <a:schemeClr val="tx1"/>
            </a:solidFill>
          </a:endParaRPr>
        </a:p>
      </dgm:t>
    </dgm:pt>
    <dgm:pt modelId="{BD656396-C0F3-478B-B943-562900A9A04C}" type="parTrans" cxnId="{53B43056-BB6A-4B70-8AEE-2FB94B6D6B3C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A4F27019-4A08-4DE2-922A-AC87B76B8E27}" type="sibTrans" cxnId="{53B43056-BB6A-4B70-8AEE-2FB94B6D6B3C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8BD9A6FF-10F7-4213-88D9-25D1BEE95738}" type="pres">
      <dgm:prSet presAssocID="{CD29505B-2062-4CDF-AEAD-2057C7727872}" presName="linear" presStyleCnt="0">
        <dgm:presLayoutVars>
          <dgm:dir/>
          <dgm:animLvl val="lvl"/>
          <dgm:resizeHandles val="exact"/>
        </dgm:presLayoutVars>
      </dgm:prSet>
      <dgm:spPr/>
    </dgm:pt>
    <dgm:pt modelId="{D41C1BA0-8FE3-4A65-B731-F8FB182337C8}" type="pres">
      <dgm:prSet presAssocID="{078064DD-B2BB-468D-A6B7-E52D4A7B1DBD}" presName="parentLin" presStyleCnt="0"/>
      <dgm:spPr/>
    </dgm:pt>
    <dgm:pt modelId="{3CCDA7C5-8D25-49EF-8141-7C3BBA3D9421}" type="pres">
      <dgm:prSet presAssocID="{078064DD-B2BB-468D-A6B7-E52D4A7B1DBD}" presName="parentLeftMargin" presStyleLbl="node1" presStyleIdx="0" presStyleCnt="3"/>
      <dgm:spPr/>
    </dgm:pt>
    <dgm:pt modelId="{64F1EE5C-A223-4791-BD95-394A89B209DA}" type="pres">
      <dgm:prSet presAssocID="{078064DD-B2BB-468D-A6B7-E52D4A7B1DBD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933722-4BF3-4146-8356-41BD7186D177}" type="pres">
      <dgm:prSet presAssocID="{078064DD-B2BB-468D-A6B7-E52D4A7B1DBD}" presName="negativeSpace" presStyleCnt="0"/>
      <dgm:spPr/>
    </dgm:pt>
    <dgm:pt modelId="{A8C205BF-515A-49AA-9F20-2C482648A83D}" type="pres">
      <dgm:prSet presAssocID="{078064DD-B2BB-468D-A6B7-E52D4A7B1DBD}" presName="childText" presStyleLbl="conFgAcc1" presStyleIdx="0" presStyleCnt="3">
        <dgm:presLayoutVars>
          <dgm:bulletEnabled val="1"/>
        </dgm:presLayoutVars>
      </dgm:prSet>
      <dgm:spPr/>
    </dgm:pt>
    <dgm:pt modelId="{BA0B1021-FCFA-4888-8C94-05B76AE8AE06}" type="pres">
      <dgm:prSet presAssocID="{0B20A957-C535-425E-9987-68CE833EBCE4}" presName="spaceBetweenRectangles" presStyleCnt="0"/>
      <dgm:spPr/>
    </dgm:pt>
    <dgm:pt modelId="{9674FDE9-D97F-42AE-BE02-F484E2786C2A}" type="pres">
      <dgm:prSet presAssocID="{3084DA7E-CE4E-40B3-8C7C-0070BBC9CAE9}" presName="parentLin" presStyleCnt="0"/>
      <dgm:spPr/>
    </dgm:pt>
    <dgm:pt modelId="{C198ACC7-CD1F-491C-B6F0-6A85086B7711}" type="pres">
      <dgm:prSet presAssocID="{3084DA7E-CE4E-40B3-8C7C-0070BBC9CAE9}" presName="parentLeftMargin" presStyleLbl="node1" presStyleIdx="0" presStyleCnt="3"/>
      <dgm:spPr/>
    </dgm:pt>
    <dgm:pt modelId="{286DA898-1900-4087-ACB9-5C5F42BA7AE6}" type="pres">
      <dgm:prSet presAssocID="{3084DA7E-CE4E-40B3-8C7C-0070BBC9CAE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A6B23B-088C-45C8-8191-5C1F456493D1}" type="pres">
      <dgm:prSet presAssocID="{3084DA7E-CE4E-40B3-8C7C-0070BBC9CAE9}" presName="negativeSpace" presStyleCnt="0"/>
      <dgm:spPr/>
    </dgm:pt>
    <dgm:pt modelId="{97329A65-BF71-44A1-AE61-3C368629D8BC}" type="pres">
      <dgm:prSet presAssocID="{3084DA7E-CE4E-40B3-8C7C-0070BBC9CAE9}" presName="childText" presStyleLbl="conFgAcc1" presStyleIdx="1" presStyleCnt="3">
        <dgm:presLayoutVars>
          <dgm:bulletEnabled val="1"/>
        </dgm:presLayoutVars>
      </dgm:prSet>
      <dgm:spPr/>
    </dgm:pt>
    <dgm:pt modelId="{97002461-F95A-4B81-9B29-EDD9DE926A9C}" type="pres">
      <dgm:prSet presAssocID="{4B042605-E334-4EDD-A511-DA0FD9FEA743}" presName="spaceBetweenRectangles" presStyleCnt="0"/>
      <dgm:spPr/>
    </dgm:pt>
    <dgm:pt modelId="{240EF59F-AD61-4768-8A95-05343BA9255F}" type="pres">
      <dgm:prSet presAssocID="{0FE6B876-7368-41A2-AD12-724140BB387C}" presName="parentLin" presStyleCnt="0"/>
      <dgm:spPr/>
    </dgm:pt>
    <dgm:pt modelId="{1E681CD6-BF9A-4D34-9B23-2D7FD8303D75}" type="pres">
      <dgm:prSet presAssocID="{0FE6B876-7368-41A2-AD12-724140BB387C}" presName="parentLeftMargin" presStyleLbl="node1" presStyleIdx="1" presStyleCnt="3"/>
      <dgm:spPr/>
    </dgm:pt>
    <dgm:pt modelId="{5BEC5456-2FA9-400D-A09C-9FD1D9259F4D}" type="pres">
      <dgm:prSet presAssocID="{0FE6B876-7368-41A2-AD12-724140BB387C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853DCA-4F7F-4F49-B8EF-243B04B190D3}" type="pres">
      <dgm:prSet presAssocID="{0FE6B876-7368-41A2-AD12-724140BB387C}" presName="negativeSpace" presStyleCnt="0"/>
      <dgm:spPr/>
    </dgm:pt>
    <dgm:pt modelId="{7BF608FA-3427-4596-9AC9-E279AD523679}" type="pres">
      <dgm:prSet presAssocID="{0FE6B876-7368-41A2-AD12-724140BB387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7289D77-8DA4-4914-8008-A0297EBC2647}" srcId="{CD29505B-2062-4CDF-AEAD-2057C7727872}" destId="{078064DD-B2BB-468D-A6B7-E52D4A7B1DBD}" srcOrd="0" destOrd="0" parTransId="{153992C6-C80D-4800-A431-10F80E2D603E}" sibTransId="{0B20A957-C535-425E-9987-68CE833EBCE4}"/>
    <dgm:cxn modelId="{53B43056-BB6A-4B70-8AEE-2FB94B6D6B3C}" srcId="{CD29505B-2062-4CDF-AEAD-2057C7727872}" destId="{0FE6B876-7368-41A2-AD12-724140BB387C}" srcOrd="2" destOrd="0" parTransId="{BD656396-C0F3-478B-B943-562900A9A04C}" sibTransId="{A4F27019-4A08-4DE2-922A-AC87B76B8E27}"/>
    <dgm:cxn modelId="{79219411-1D90-4AAF-8E6F-BFD32B36FC96}" type="presOf" srcId="{0FE6B876-7368-41A2-AD12-724140BB387C}" destId="{5BEC5456-2FA9-400D-A09C-9FD1D9259F4D}" srcOrd="1" destOrd="0" presId="urn:microsoft.com/office/officeart/2005/8/layout/list1"/>
    <dgm:cxn modelId="{83725F8E-8AB1-4605-ACFA-C4E5EB378A1C}" type="presOf" srcId="{3084DA7E-CE4E-40B3-8C7C-0070BBC9CAE9}" destId="{286DA898-1900-4087-ACB9-5C5F42BA7AE6}" srcOrd="1" destOrd="0" presId="urn:microsoft.com/office/officeart/2005/8/layout/list1"/>
    <dgm:cxn modelId="{9648DECC-C1EC-4B3E-9D06-1A274A5A8EF9}" type="presOf" srcId="{CD29505B-2062-4CDF-AEAD-2057C7727872}" destId="{8BD9A6FF-10F7-4213-88D9-25D1BEE95738}" srcOrd="0" destOrd="0" presId="urn:microsoft.com/office/officeart/2005/8/layout/list1"/>
    <dgm:cxn modelId="{C3C0E4B9-6360-43AD-97D0-5D64941ADD71}" type="presOf" srcId="{3084DA7E-CE4E-40B3-8C7C-0070BBC9CAE9}" destId="{C198ACC7-CD1F-491C-B6F0-6A85086B7711}" srcOrd="0" destOrd="0" presId="urn:microsoft.com/office/officeart/2005/8/layout/list1"/>
    <dgm:cxn modelId="{6CC837BC-42C3-4DA9-B52B-B4E87662E539}" type="presOf" srcId="{0FE6B876-7368-41A2-AD12-724140BB387C}" destId="{1E681CD6-BF9A-4D34-9B23-2D7FD8303D75}" srcOrd="0" destOrd="0" presId="urn:microsoft.com/office/officeart/2005/8/layout/list1"/>
    <dgm:cxn modelId="{C804F7CC-0C1F-429C-A332-493DCA0F1A5F}" type="presOf" srcId="{078064DD-B2BB-468D-A6B7-E52D4A7B1DBD}" destId="{3CCDA7C5-8D25-49EF-8141-7C3BBA3D9421}" srcOrd="0" destOrd="0" presId="urn:microsoft.com/office/officeart/2005/8/layout/list1"/>
    <dgm:cxn modelId="{0F29E4D9-EE45-4E80-A760-4F80493FF4E0}" srcId="{CD29505B-2062-4CDF-AEAD-2057C7727872}" destId="{3084DA7E-CE4E-40B3-8C7C-0070BBC9CAE9}" srcOrd="1" destOrd="0" parTransId="{50CC38E6-80EE-4228-8ADB-757340552547}" sibTransId="{4B042605-E334-4EDD-A511-DA0FD9FEA743}"/>
    <dgm:cxn modelId="{C28CF438-0120-4D89-A055-44C0647A3B58}" type="presOf" srcId="{078064DD-B2BB-468D-A6B7-E52D4A7B1DBD}" destId="{64F1EE5C-A223-4791-BD95-394A89B209DA}" srcOrd="1" destOrd="0" presId="urn:microsoft.com/office/officeart/2005/8/layout/list1"/>
    <dgm:cxn modelId="{9AD958F6-A723-45B4-8C93-0E2E83D4D691}" type="presParOf" srcId="{8BD9A6FF-10F7-4213-88D9-25D1BEE95738}" destId="{D41C1BA0-8FE3-4A65-B731-F8FB182337C8}" srcOrd="0" destOrd="0" presId="urn:microsoft.com/office/officeart/2005/8/layout/list1"/>
    <dgm:cxn modelId="{72E6BFBA-1348-4ABC-AC2F-6A101994A66D}" type="presParOf" srcId="{D41C1BA0-8FE3-4A65-B731-F8FB182337C8}" destId="{3CCDA7C5-8D25-49EF-8141-7C3BBA3D9421}" srcOrd="0" destOrd="0" presId="urn:microsoft.com/office/officeart/2005/8/layout/list1"/>
    <dgm:cxn modelId="{C88F36DC-9224-4660-8957-91649510A5EF}" type="presParOf" srcId="{D41C1BA0-8FE3-4A65-B731-F8FB182337C8}" destId="{64F1EE5C-A223-4791-BD95-394A89B209DA}" srcOrd="1" destOrd="0" presId="urn:microsoft.com/office/officeart/2005/8/layout/list1"/>
    <dgm:cxn modelId="{940B8112-0B38-46FF-A2AA-A4C8D9335915}" type="presParOf" srcId="{8BD9A6FF-10F7-4213-88D9-25D1BEE95738}" destId="{85933722-4BF3-4146-8356-41BD7186D177}" srcOrd="1" destOrd="0" presId="urn:microsoft.com/office/officeart/2005/8/layout/list1"/>
    <dgm:cxn modelId="{546CD323-B86D-4D5E-99D4-72209D5BB48F}" type="presParOf" srcId="{8BD9A6FF-10F7-4213-88D9-25D1BEE95738}" destId="{A8C205BF-515A-49AA-9F20-2C482648A83D}" srcOrd="2" destOrd="0" presId="urn:microsoft.com/office/officeart/2005/8/layout/list1"/>
    <dgm:cxn modelId="{9E420926-06B5-4344-8CCE-7BFD49EEABEB}" type="presParOf" srcId="{8BD9A6FF-10F7-4213-88D9-25D1BEE95738}" destId="{BA0B1021-FCFA-4888-8C94-05B76AE8AE06}" srcOrd="3" destOrd="0" presId="urn:microsoft.com/office/officeart/2005/8/layout/list1"/>
    <dgm:cxn modelId="{AA62D8F1-6FEA-49C0-A4DE-051FBC2192C1}" type="presParOf" srcId="{8BD9A6FF-10F7-4213-88D9-25D1BEE95738}" destId="{9674FDE9-D97F-42AE-BE02-F484E2786C2A}" srcOrd="4" destOrd="0" presId="urn:microsoft.com/office/officeart/2005/8/layout/list1"/>
    <dgm:cxn modelId="{A8F2DC79-E985-4694-9F83-A47D766076C2}" type="presParOf" srcId="{9674FDE9-D97F-42AE-BE02-F484E2786C2A}" destId="{C198ACC7-CD1F-491C-B6F0-6A85086B7711}" srcOrd="0" destOrd="0" presId="urn:microsoft.com/office/officeart/2005/8/layout/list1"/>
    <dgm:cxn modelId="{6EED2A00-BBAA-4325-AD28-E64F56393280}" type="presParOf" srcId="{9674FDE9-D97F-42AE-BE02-F484E2786C2A}" destId="{286DA898-1900-4087-ACB9-5C5F42BA7AE6}" srcOrd="1" destOrd="0" presId="urn:microsoft.com/office/officeart/2005/8/layout/list1"/>
    <dgm:cxn modelId="{08B1AE24-6F98-4476-B06F-FD938A52027B}" type="presParOf" srcId="{8BD9A6FF-10F7-4213-88D9-25D1BEE95738}" destId="{FDA6B23B-088C-45C8-8191-5C1F456493D1}" srcOrd="5" destOrd="0" presId="urn:microsoft.com/office/officeart/2005/8/layout/list1"/>
    <dgm:cxn modelId="{CF1B723E-0434-4F02-98F6-7BB75A76703A}" type="presParOf" srcId="{8BD9A6FF-10F7-4213-88D9-25D1BEE95738}" destId="{97329A65-BF71-44A1-AE61-3C368629D8BC}" srcOrd="6" destOrd="0" presId="urn:microsoft.com/office/officeart/2005/8/layout/list1"/>
    <dgm:cxn modelId="{02E68BEB-8605-4AF3-83FE-33DAE1079DE0}" type="presParOf" srcId="{8BD9A6FF-10F7-4213-88D9-25D1BEE95738}" destId="{97002461-F95A-4B81-9B29-EDD9DE926A9C}" srcOrd="7" destOrd="0" presId="urn:microsoft.com/office/officeart/2005/8/layout/list1"/>
    <dgm:cxn modelId="{DEB6A7D1-9CA9-49F4-BE39-4D0CDF026BFF}" type="presParOf" srcId="{8BD9A6FF-10F7-4213-88D9-25D1BEE95738}" destId="{240EF59F-AD61-4768-8A95-05343BA9255F}" srcOrd="8" destOrd="0" presId="urn:microsoft.com/office/officeart/2005/8/layout/list1"/>
    <dgm:cxn modelId="{865B58D0-AB38-4ECA-AD59-C2BA59E3A083}" type="presParOf" srcId="{240EF59F-AD61-4768-8A95-05343BA9255F}" destId="{1E681CD6-BF9A-4D34-9B23-2D7FD8303D75}" srcOrd="0" destOrd="0" presId="urn:microsoft.com/office/officeart/2005/8/layout/list1"/>
    <dgm:cxn modelId="{54F9EBB5-E975-4523-8BE7-240FB9D59345}" type="presParOf" srcId="{240EF59F-AD61-4768-8A95-05343BA9255F}" destId="{5BEC5456-2FA9-400D-A09C-9FD1D9259F4D}" srcOrd="1" destOrd="0" presId="urn:microsoft.com/office/officeart/2005/8/layout/list1"/>
    <dgm:cxn modelId="{81083B6A-7C6B-49DF-A55C-95EF7888E77D}" type="presParOf" srcId="{8BD9A6FF-10F7-4213-88D9-25D1BEE95738}" destId="{4D853DCA-4F7F-4F49-B8EF-243B04B190D3}" srcOrd="9" destOrd="0" presId="urn:microsoft.com/office/officeart/2005/8/layout/list1"/>
    <dgm:cxn modelId="{3487D2F4-10D4-4E10-8751-560A4FCE6361}" type="presParOf" srcId="{8BD9A6FF-10F7-4213-88D9-25D1BEE95738}" destId="{7BF608FA-3427-4596-9AC9-E279AD52367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1B906B-A612-4EFC-9F31-9A015A05526F}" type="doc">
      <dgm:prSet loTypeId="urn:microsoft.com/office/officeart/2008/layout/VerticalCurvedLis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C61C104-D01E-48B9-8BBB-20594E52F6B8}">
      <dgm:prSet phldrT="[Текст]" custT="1"/>
      <dgm:spPr/>
      <dgm:t>
        <a:bodyPr/>
        <a:lstStyle/>
        <a:p>
          <a:r>
            <a:rPr lang="ru-RU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Строгая процессуальная </a:t>
          </a:r>
          <a:r>
            <a:rPr lang="ru-RU" sz="28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регламентированность</a:t>
          </a:r>
          <a:endParaRPr lang="ru-RU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D6F82-C25D-4CEB-BB99-649B61F5B4DA}" type="parTrans" cxnId="{79E71220-F214-4D31-9E43-7C6B1395FCC6}">
      <dgm:prSet/>
      <dgm:spPr/>
      <dgm:t>
        <a:bodyPr/>
        <a:lstStyle/>
        <a:p>
          <a:endParaRPr lang="ru-RU"/>
        </a:p>
      </dgm:t>
    </dgm:pt>
    <dgm:pt modelId="{E04EA434-B07E-4E29-BB33-3690BFC16732}" type="sibTrans" cxnId="{79E71220-F214-4D31-9E43-7C6B1395FCC6}">
      <dgm:prSet/>
      <dgm:spPr/>
      <dgm:t>
        <a:bodyPr/>
        <a:lstStyle/>
        <a:p>
          <a:endParaRPr lang="ru-RU"/>
        </a:p>
      </dgm:t>
    </dgm:pt>
    <dgm:pt modelId="{0FE75791-F5C9-49A8-A9CD-93FEA3BC3D02}">
      <dgm:prSet phldrT="[Текст]" custT="1"/>
      <dgm:spPr/>
      <dgm:t>
        <a:bodyPr/>
        <a:lstStyle/>
        <a:p>
          <a:r>
            <a:rPr lang="ru-RU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Состязательный характер</a:t>
          </a:r>
          <a:endParaRPr lang="ru-RU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5F9E52-59B6-4EB4-8C2A-A997AFE6DD94}" type="parTrans" cxnId="{DE0451FD-446B-4DBF-8DF1-31DC8B447AB5}">
      <dgm:prSet/>
      <dgm:spPr/>
      <dgm:t>
        <a:bodyPr/>
        <a:lstStyle/>
        <a:p>
          <a:endParaRPr lang="ru-RU"/>
        </a:p>
      </dgm:t>
    </dgm:pt>
    <dgm:pt modelId="{DC1E9A4A-76AB-4739-9532-F6203B2D9597}" type="sibTrans" cxnId="{DE0451FD-446B-4DBF-8DF1-31DC8B447AB5}">
      <dgm:prSet/>
      <dgm:spPr/>
      <dgm:t>
        <a:bodyPr/>
        <a:lstStyle/>
        <a:p>
          <a:endParaRPr lang="ru-RU"/>
        </a:p>
      </dgm:t>
    </dgm:pt>
    <dgm:pt modelId="{DCF45ACE-403D-47C8-BFB4-FEF470CED921}">
      <dgm:prSet phldrT="[Текст]" custT="1"/>
      <dgm:spPr/>
      <dgm:t>
        <a:bodyPr/>
        <a:lstStyle/>
        <a:p>
          <a:r>
            <a:rPr lang="ru-RU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Специфическая аудитория</a:t>
          </a:r>
          <a:endParaRPr lang="ru-RU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F45260-E8C5-454B-99C2-A70EAB9B7507}" type="parTrans" cxnId="{67BC2883-AC92-4F15-A4B2-CEFB7705175F}">
      <dgm:prSet/>
      <dgm:spPr/>
      <dgm:t>
        <a:bodyPr/>
        <a:lstStyle/>
        <a:p>
          <a:endParaRPr lang="ru-RU"/>
        </a:p>
      </dgm:t>
    </dgm:pt>
    <dgm:pt modelId="{53DC2B05-D52E-459B-AE5D-E61F37DDD62F}" type="sibTrans" cxnId="{67BC2883-AC92-4F15-A4B2-CEFB7705175F}">
      <dgm:prSet/>
      <dgm:spPr/>
      <dgm:t>
        <a:bodyPr/>
        <a:lstStyle/>
        <a:p>
          <a:endParaRPr lang="ru-RU"/>
        </a:p>
      </dgm:t>
    </dgm:pt>
    <dgm:pt modelId="{87571FA3-5C0A-4DC2-A0E4-7C328179E107}">
      <dgm:prSet custT="1"/>
      <dgm:spPr/>
      <dgm:t>
        <a:bodyPr/>
        <a:lstStyle/>
        <a:p>
          <a:r>
            <a:rPr lang="ru-RU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Предмет и материал</a:t>
          </a:r>
          <a:endParaRPr lang="ru-RU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E84791-C3C6-4C2D-A4F5-140C0D47E8DB}" type="parTrans" cxnId="{03492809-7C71-4299-BCE4-7517D66D2951}">
      <dgm:prSet/>
      <dgm:spPr/>
      <dgm:t>
        <a:bodyPr/>
        <a:lstStyle/>
        <a:p>
          <a:endParaRPr lang="ru-RU"/>
        </a:p>
      </dgm:t>
    </dgm:pt>
    <dgm:pt modelId="{52A79994-1472-458F-9474-0E9AC70C79CE}" type="sibTrans" cxnId="{03492809-7C71-4299-BCE4-7517D66D2951}">
      <dgm:prSet/>
      <dgm:spPr/>
      <dgm:t>
        <a:bodyPr/>
        <a:lstStyle/>
        <a:p>
          <a:endParaRPr lang="ru-RU"/>
        </a:p>
      </dgm:t>
    </dgm:pt>
    <dgm:pt modelId="{0F6E4846-4E6E-46A8-84CE-65570F8E6BCB}">
      <dgm:prSet custT="1"/>
      <dgm:spPr/>
      <dgm:t>
        <a:bodyPr/>
        <a:lstStyle/>
        <a:p>
          <a:endParaRPr lang="ru-RU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BE985E-80A0-4ED1-B73B-CA028D0D7B7D}" type="parTrans" cxnId="{93364304-567F-4479-A0CD-E2A6A5B67FDB}">
      <dgm:prSet/>
      <dgm:spPr/>
      <dgm:t>
        <a:bodyPr/>
        <a:lstStyle/>
        <a:p>
          <a:endParaRPr lang="ru-RU"/>
        </a:p>
      </dgm:t>
    </dgm:pt>
    <dgm:pt modelId="{070390FE-5157-4614-9F9E-8B8009E7D272}" type="sibTrans" cxnId="{93364304-567F-4479-A0CD-E2A6A5B67FDB}">
      <dgm:prSet/>
      <dgm:spPr/>
      <dgm:t>
        <a:bodyPr/>
        <a:lstStyle/>
        <a:p>
          <a:endParaRPr lang="ru-RU"/>
        </a:p>
      </dgm:t>
    </dgm:pt>
    <dgm:pt modelId="{124BD317-EB7C-4636-BF29-DDF75FB0326C}">
      <dgm:prSet phldrT="[Текст]" custT="1"/>
      <dgm:spPr/>
      <dgm:t>
        <a:bodyPr/>
        <a:lstStyle/>
        <a:p>
          <a:endParaRPr lang="ru-RU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0E8E46-D85E-4D1D-9B73-88F4C379BA5D}" type="parTrans" cxnId="{A1B3CEDC-4327-4A73-9406-3CAA9F4AE45E}">
      <dgm:prSet/>
      <dgm:spPr/>
      <dgm:t>
        <a:bodyPr/>
        <a:lstStyle/>
        <a:p>
          <a:endParaRPr lang="ru-RU"/>
        </a:p>
      </dgm:t>
    </dgm:pt>
    <dgm:pt modelId="{F6FA195C-F6A5-45E2-93A2-566E92BAFDE3}" type="sibTrans" cxnId="{A1B3CEDC-4327-4A73-9406-3CAA9F4AE45E}">
      <dgm:prSet/>
      <dgm:spPr/>
      <dgm:t>
        <a:bodyPr/>
        <a:lstStyle/>
        <a:p>
          <a:endParaRPr lang="ru-RU"/>
        </a:p>
      </dgm:t>
    </dgm:pt>
    <dgm:pt modelId="{7D568CC6-D65C-4560-9B25-1366DA41B53C}">
      <dgm:prSet custT="1"/>
      <dgm:spPr/>
      <dgm:t>
        <a:bodyPr/>
        <a:lstStyle/>
        <a:p>
          <a:r>
            <a:rPr lang="ru-RU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Язык и стиль</a:t>
          </a:r>
          <a:endParaRPr lang="ru-RU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CC4CEB-2084-47E1-80DB-00612C066FC9}" type="parTrans" cxnId="{7605867E-0940-4916-83EE-EF02121F4847}">
      <dgm:prSet/>
      <dgm:spPr/>
      <dgm:t>
        <a:bodyPr/>
        <a:lstStyle/>
        <a:p>
          <a:endParaRPr lang="ru-RU"/>
        </a:p>
      </dgm:t>
    </dgm:pt>
    <dgm:pt modelId="{5183F551-6C5B-42F4-8486-2025A3462B97}" type="sibTrans" cxnId="{7605867E-0940-4916-83EE-EF02121F4847}">
      <dgm:prSet/>
      <dgm:spPr/>
      <dgm:t>
        <a:bodyPr/>
        <a:lstStyle/>
        <a:p>
          <a:endParaRPr lang="ru-RU"/>
        </a:p>
      </dgm:t>
    </dgm:pt>
    <dgm:pt modelId="{18B14CE6-92FA-4AAF-B20D-5D081D2B57C8}" type="pres">
      <dgm:prSet presAssocID="{FA1B906B-A612-4EFC-9F31-9A015A05526F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C72CF219-8CDA-44BE-9848-AE352E92D6BF}" type="pres">
      <dgm:prSet presAssocID="{FA1B906B-A612-4EFC-9F31-9A015A05526F}" presName="Name1" presStyleCnt="0"/>
      <dgm:spPr/>
    </dgm:pt>
    <dgm:pt modelId="{03C9A135-468B-49D7-8A87-597EA814B4C7}" type="pres">
      <dgm:prSet presAssocID="{FA1B906B-A612-4EFC-9F31-9A015A05526F}" presName="cycle" presStyleCnt="0"/>
      <dgm:spPr/>
    </dgm:pt>
    <dgm:pt modelId="{13882F37-63B6-4436-921D-C94C345D743F}" type="pres">
      <dgm:prSet presAssocID="{FA1B906B-A612-4EFC-9F31-9A015A05526F}" presName="srcNode" presStyleLbl="node1" presStyleIdx="0" presStyleCnt="5"/>
      <dgm:spPr/>
    </dgm:pt>
    <dgm:pt modelId="{01DEF273-6748-4229-8210-081682043603}" type="pres">
      <dgm:prSet presAssocID="{FA1B906B-A612-4EFC-9F31-9A015A05526F}" presName="conn" presStyleLbl="parChTrans1D2" presStyleIdx="0" presStyleCnt="1"/>
      <dgm:spPr/>
      <dgm:t>
        <a:bodyPr/>
        <a:lstStyle/>
        <a:p>
          <a:endParaRPr lang="ru-RU"/>
        </a:p>
      </dgm:t>
    </dgm:pt>
    <dgm:pt modelId="{00D42943-C36E-4D8B-827B-FD4AFB5F78B0}" type="pres">
      <dgm:prSet presAssocID="{FA1B906B-A612-4EFC-9F31-9A015A05526F}" presName="extraNode" presStyleLbl="node1" presStyleIdx="0" presStyleCnt="5"/>
      <dgm:spPr/>
    </dgm:pt>
    <dgm:pt modelId="{DA7F9EA4-28EA-40D0-BDF6-21A0238673CD}" type="pres">
      <dgm:prSet presAssocID="{FA1B906B-A612-4EFC-9F31-9A015A05526F}" presName="dstNode" presStyleLbl="node1" presStyleIdx="0" presStyleCnt="5"/>
      <dgm:spPr/>
    </dgm:pt>
    <dgm:pt modelId="{0F877827-B28D-4F84-9840-CB3497F9BFEC}" type="pres">
      <dgm:prSet presAssocID="{AC61C104-D01E-48B9-8BBB-20594E52F6B8}" presName="text_1" presStyleLbl="node1" presStyleIdx="0" presStyleCnt="5" custScaleY="7504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1A41DB-3803-47D8-BB9D-112294A25F43}" type="pres">
      <dgm:prSet presAssocID="{AC61C104-D01E-48B9-8BBB-20594E52F6B8}" presName="accent_1" presStyleCnt="0"/>
      <dgm:spPr/>
    </dgm:pt>
    <dgm:pt modelId="{6AE16122-CA47-4893-8A04-30787C18A9FC}" type="pres">
      <dgm:prSet presAssocID="{AC61C104-D01E-48B9-8BBB-20594E52F6B8}" presName="accentRepeatNode" presStyleLbl="solidFgAcc1" presStyleIdx="0" presStyleCnt="5"/>
      <dgm:spPr/>
    </dgm:pt>
    <dgm:pt modelId="{0A8E219E-BC9E-4EDD-B152-6C22114D1B8E}" type="pres">
      <dgm:prSet presAssocID="{0FE75791-F5C9-49A8-A9CD-93FEA3BC3D02}" presName="text_2" presStyleLbl="node1" presStyleIdx="1" presStyleCnt="5" custScaleY="7868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6A016F-324B-4FF5-A50D-5075E92561CE}" type="pres">
      <dgm:prSet presAssocID="{0FE75791-F5C9-49A8-A9CD-93FEA3BC3D02}" presName="accent_2" presStyleCnt="0"/>
      <dgm:spPr/>
    </dgm:pt>
    <dgm:pt modelId="{1E9652F4-BD5D-4408-A020-7C4607D83556}" type="pres">
      <dgm:prSet presAssocID="{0FE75791-F5C9-49A8-A9CD-93FEA3BC3D02}" presName="accentRepeatNode" presStyleLbl="solidFgAcc1" presStyleIdx="1" presStyleCnt="5"/>
      <dgm:spPr/>
    </dgm:pt>
    <dgm:pt modelId="{F2CBC3BC-3DED-479A-8B10-0C509C558C1B}" type="pres">
      <dgm:prSet presAssocID="{DCF45ACE-403D-47C8-BFB4-FEF470CED921}" presName="text_3" presStyleLbl="node1" presStyleIdx="2" presStyleCnt="5" custScaleX="101351" custScaleY="8666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A7BA40-5617-4897-AD11-9152D3A3DF40}" type="pres">
      <dgm:prSet presAssocID="{DCF45ACE-403D-47C8-BFB4-FEF470CED921}" presName="accent_3" presStyleCnt="0"/>
      <dgm:spPr/>
    </dgm:pt>
    <dgm:pt modelId="{A67A38DF-5E46-4C60-9FF5-2FF7F3AEDF42}" type="pres">
      <dgm:prSet presAssocID="{DCF45ACE-403D-47C8-BFB4-FEF470CED921}" presName="accentRepeatNode" presStyleLbl="solidFgAcc1" presStyleIdx="2" presStyleCnt="5"/>
      <dgm:spPr/>
    </dgm:pt>
    <dgm:pt modelId="{B810543F-BC04-424A-9FFC-1AF9F6490A5C}" type="pres">
      <dgm:prSet presAssocID="{87571FA3-5C0A-4DC2-A0E4-7C328179E107}" presName="text_4" presStyleLbl="node1" presStyleIdx="3" presStyleCnt="5" custScaleY="77378" custLinFactNeighborX="2014" custLinFactNeighborY="-22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DBD98F-FD6B-4139-9F10-D6D3D6733484}" type="pres">
      <dgm:prSet presAssocID="{87571FA3-5C0A-4DC2-A0E4-7C328179E107}" presName="accent_4" presStyleCnt="0"/>
      <dgm:spPr/>
    </dgm:pt>
    <dgm:pt modelId="{16EF18E0-B551-42E1-9728-3E15CDB3C8AC}" type="pres">
      <dgm:prSet presAssocID="{87571FA3-5C0A-4DC2-A0E4-7C328179E107}" presName="accentRepeatNode" presStyleLbl="solidFgAcc1" presStyleIdx="3" presStyleCnt="5" custLinFactNeighborX="8504" custLinFactNeighborY="-2340"/>
      <dgm:spPr/>
    </dgm:pt>
    <dgm:pt modelId="{297FC4E0-4906-4ED9-A8FB-3D9E85F24DA1}" type="pres">
      <dgm:prSet presAssocID="{7D568CC6-D65C-4560-9B25-1366DA41B53C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E79803-A0F4-4EFC-95C5-CF53FAFA0E8C}" type="pres">
      <dgm:prSet presAssocID="{7D568CC6-D65C-4560-9B25-1366DA41B53C}" presName="accent_5" presStyleCnt="0"/>
      <dgm:spPr/>
    </dgm:pt>
    <dgm:pt modelId="{B1F82045-D10D-4B18-AE89-FF4B6B435AA6}" type="pres">
      <dgm:prSet presAssocID="{7D568CC6-D65C-4560-9B25-1366DA41B53C}" presName="accentRepeatNode" presStyleLbl="solidFgAcc1" presStyleIdx="4" presStyleCnt="5"/>
      <dgm:spPr/>
      <dgm:t>
        <a:bodyPr/>
        <a:lstStyle/>
        <a:p>
          <a:endParaRPr lang="ru-RU"/>
        </a:p>
      </dgm:t>
    </dgm:pt>
  </dgm:ptLst>
  <dgm:cxnLst>
    <dgm:cxn modelId="{2CDA7591-2DDE-4AC3-ABFB-F2AB861971B4}" type="presOf" srcId="{0FE75791-F5C9-49A8-A9CD-93FEA3BC3D02}" destId="{0A8E219E-BC9E-4EDD-B152-6C22114D1B8E}" srcOrd="0" destOrd="0" presId="urn:microsoft.com/office/officeart/2008/layout/VerticalCurvedList"/>
    <dgm:cxn modelId="{DE0451FD-446B-4DBF-8DF1-31DC8B447AB5}" srcId="{FA1B906B-A612-4EFC-9F31-9A015A05526F}" destId="{0FE75791-F5C9-49A8-A9CD-93FEA3BC3D02}" srcOrd="1" destOrd="0" parTransId="{215F9E52-59B6-4EB4-8C2A-A997AFE6DD94}" sibTransId="{DC1E9A4A-76AB-4739-9532-F6203B2D9597}"/>
    <dgm:cxn modelId="{7605867E-0940-4916-83EE-EF02121F4847}" srcId="{FA1B906B-A612-4EFC-9F31-9A015A05526F}" destId="{7D568CC6-D65C-4560-9B25-1366DA41B53C}" srcOrd="4" destOrd="0" parTransId="{2ECC4CEB-2084-47E1-80DB-00612C066FC9}" sibTransId="{5183F551-6C5B-42F4-8486-2025A3462B97}"/>
    <dgm:cxn modelId="{A1B3CEDC-4327-4A73-9406-3CAA9F4AE45E}" srcId="{AC61C104-D01E-48B9-8BBB-20594E52F6B8}" destId="{124BD317-EB7C-4636-BF29-DDF75FB0326C}" srcOrd="0" destOrd="0" parTransId="{480E8E46-D85E-4D1D-9B73-88F4C379BA5D}" sibTransId="{F6FA195C-F6A5-45E2-93A2-566E92BAFDE3}"/>
    <dgm:cxn modelId="{5017D629-0921-4F5D-A60F-F688F1BBB042}" type="presOf" srcId="{AC61C104-D01E-48B9-8BBB-20594E52F6B8}" destId="{0F877827-B28D-4F84-9840-CB3497F9BFEC}" srcOrd="0" destOrd="0" presId="urn:microsoft.com/office/officeart/2008/layout/VerticalCurvedList"/>
    <dgm:cxn modelId="{C491ECC0-374F-4C5F-A361-4662B1B732F9}" type="presOf" srcId="{0F6E4846-4E6E-46A8-84CE-65570F8E6BCB}" destId="{B810543F-BC04-424A-9FFC-1AF9F6490A5C}" srcOrd="0" destOrd="1" presId="urn:microsoft.com/office/officeart/2008/layout/VerticalCurvedList"/>
    <dgm:cxn modelId="{67BC2883-AC92-4F15-A4B2-CEFB7705175F}" srcId="{FA1B906B-A612-4EFC-9F31-9A015A05526F}" destId="{DCF45ACE-403D-47C8-BFB4-FEF470CED921}" srcOrd="2" destOrd="0" parTransId="{48F45260-E8C5-454B-99C2-A70EAB9B7507}" sibTransId="{53DC2B05-D52E-459B-AE5D-E61F37DDD62F}"/>
    <dgm:cxn modelId="{1152EE5C-AD08-4FD9-AAB4-EFBE8C1D29A2}" type="presOf" srcId="{7D568CC6-D65C-4560-9B25-1366DA41B53C}" destId="{297FC4E0-4906-4ED9-A8FB-3D9E85F24DA1}" srcOrd="0" destOrd="0" presId="urn:microsoft.com/office/officeart/2008/layout/VerticalCurvedList"/>
    <dgm:cxn modelId="{7B8DB6A2-AEAE-4F03-88E6-24787E72DB36}" type="presOf" srcId="{124BD317-EB7C-4636-BF29-DDF75FB0326C}" destId="{0F877827-B28D-4F84-9840-CB3497F9BFEC}" srcOrd="0" destOrd="1" presId="urn:microsoft.com/office/officeart/2008/layout/VerticalCurvedList"/>
    <dgm:cxn modelId="{03492809-7C71-4299-BCE4-7517D66D2951}" srcId="{FA1B906B-A612-4EFC-9F31-9A015A05526F}" destId="{87571FA3-5C0A-4DC2-A0E4-7C328179E107}" srcOrd="3" destOrd="0" parTransId="{83E84791-C3C6-4C2D-A4F5-140C0D47E8DB}" sibTransId="{52A79994-1472-458F-9474-0E9AC70C79CE}"/>
    <dgm:cxn modelId="{93364304-567F-4479-A0CD-E2A6A5B67FDB}" srcId="{87571FA3-5C0A-4DC2-A0E4-7C328179E107}" destId="{0F6E4846-4E6E-46A8-84CE-65570F8E6BCB}" srcOrd="0" destOrd="0" parTransId="{8FBE985E-80A0-4ED1-B73B-CA028D0D7B7D}" sibTransId="{070390FE-5157-4614-9F9E-8B8009E7D272}"/>
    <dgm:cxn modelId="{74C0B853-F224-4AF6-A108-7702FCDB3E36}" type="presOf" srcId="{DCF45ACE-403D-47C8-BFB4-FEF470CED921}" destId="{F2CBC3BC-3DED-479A-8B10-0C509C558C1B}" srcOrd="0" destOrd="0" presId="urn:microsoft.com/office/officeart/2008/layout/VerticalCurvedList"/>
    <dgm:cxn modelId="{24D35016-6054-431E-846A-846CB1CEDAB9}" type="presOf" srcId="{FA1B906B-A612-4EFC-9F31-9A015A05526F}" destId="{18B14CE6-92FA-4AAF-B20D-5D081D2B57C8}" srcOrd="0" destOrd="0" presId="urn:microsoft.com/office/officeart/2008/layout/VerticalCurvedList"/>
    <dgm:cxn modelId="{F4876C73-8938-4038-AF80-7EA673256B98}" type="presOf" srcId="{F6FA195C-F6A5-45E2-93A2-566E92BAFDE3}" destId="{01DEF273-6748-4229-8210-081682043603}" srcOrd="0" destOrd="0" presId="urn:microsoft.com/office/officeart/2008/layout/VerticalCurvedList"/>
    <dgm:cxn modelId="{79E71220-F214-4D31-9E43-7C6B1395FCC6}" srcId="{FA1B906B-A612-4EFC-9F31-9A015A05526F}" destId="{AC61C104-D01E-48B9-8BBB-20594E52F6B8}" srcOrd="0" destOrd="0" parTransId="{BEBD6F82-C25D-4CEB-BB99-649B61F5B4DA}" sibTransId="{E04EA434-B07E-4E29-BB33-3690BFC16732}"/>
    <dgm:cxn modelId="{1D5E7A62-B8F0-41E6-AB4C-D653817EA4B7}" type="presOf" srcId="{87571FA3-5C0A-4DC2-A0E4-7C328179E107}" destId="{B810543F-BC04-424A-9FFC-1AF9F6490A5C}" srcOrd="0" destOrd="0" presId="urn:microsoft.com/office/officeart/2008/layout/VerticalCurvedList"/>
    <dgm:cxn modelId="{D092A45D-6407-435B-97A3-FCC863D20B7F}" type="presParOf" srcId="{18B14CE6-92FA-4AAF-B20D-5D081D2B57C8}" destId="{C72CF219-8CDA-44BE-9848-AE352E92D6BF}" srcOrd="0" destOrd="0" presId="urn:microsoft.com/office/officeart/2008/layout/VerticalCurvedList"/>
    <dgm:cxn modelId="{379A82A5-4F29-4227-B33A-2223A77996B9}" type="presParOf" srcId="{C72CF219-8CDA-44BE-9848-AE352E92D6BF}" destId="{03C9A135-468B-49D7-8A87-597EA814B4C7}" srcOrd="0" destOrd="0" presId="urn:microsoft.com/office/officeart/2008/layout/VerticalCurvedList"/>
    <dgm:cxn modelId="{77B8A671-E8FD-4C5B-8145-D5D0D2B9BE48}" type="presParOf" srcId="{03C9A135-468B-49D7-8A87-597EA814B4C7}" destId="{13882F37-63B6-4436-921D-C94C345D743F}" srcOrd="0" destOrd="0" presId="urn:microsoft.com/office/officeart/2008/layout/VerticalCurvedList"/>
    <dgm:cxn modelId="{60B1EBD9-E405-44ED-9986-59427FFB868C}" type="presParOf" srcId="{03C9A135-468B-49D7-8A87-597EA814B4C7}" destId="{01DEF273-6748-4229-8210-081682043603}" srcOrd="1" destOrd="0" presId="urn:microsoft.com/office/officeart/2008/layout/VerticalCurvedList"/>
    <dgm:cxn modelId="{D10D4EBD-7646-4C9E-9620-5B11FCFC46ED}" type="presParOf" srcId="{03C9A135-468B-49D7-8A87-597EA814B4C7}" destId="{00D42943-C36E-4D8B-827B-FD4AFB5F78B0}" srcOrd="2" destOrd="0" presId="urn:microsoft.com/office/officeart/2008/layout/VerticalCurvedList"/>
    <dgm:cxn modelId="{514F960A-FF4E-4240-A0D0-AB9BD7BE9DC5}" type="presParOf" srcId="{03C9A135-468B-49D7-8A87-597EA814B4C7}" destId="{DA7F9EA4-28EA-40D0-BDF6-21A0238673CD}" srcOrd="3" destOrd="0" presId="urn:microsoft.com/office/officeart/2008/layout/VerticalCurvedList"/>
    <dgm:cxn modelId="{2975835D-24C4-4EC9-A537-41F3F3012E3C}" type="presParOf" srcId="{C72CF219-8CDA-44BE-9848-AE352E92D6BF}" destId="{0F877827-B28D-4F84-9840-CB3497F9BFEC}" srcOrd="1" destOrd="0" presId="urn:microsoft.com/office/officeart/2008/layout/VerticalCurvedList"/>
    <dgm:cxn modelId="{64595C43-DE7A-4BFD-A577-0059551BC662}" type="presParOf" srcId="{C72CF219-8CDA-44BE-9848-AE352E92D6BF}" destId="{461A41DB-3803-47D8-BB9D-112294A25F43}" srcOrd="2" destOrd="0" presId="urn:microsoft.com/office/officeart/2008/layout/VerticalCurvedList"/>
    <dgm:cxn modelId="{385BC6C0-F935-483C-9ACD-7C817D49302C}" type="presParOf" srcId="{461A41DB-3803-47D8-BB9D-112294A25F43}" destId="{6AE16122-CA47-4893-8A04-30787C18A9FC}" srcOrd="0" destOrd="0" presId="urn:microsoft.com/office/officeart/2008/layout/VerticalCurvedList"/>
    <dgm:cxn modelId="{600E95F1-8A42-4922-ACB3-41AE7458E0CC}" type="presParOf" srcId="{C72CF219-8CDA-44BE-9848-AE352E92D6BF}" destId="{0A8E219E-BC9E-4EDD-B152-6C22114D1B8E}" srcOrd="3" destOrd="0" presId="urn:microsoft.com/office/officeart/2008/layout/VerticalCurvedList"/>
    <dgm:cxn modelId="{0DC7A6D9-370B-4E5D-B3C8-E1D703577E1C}" type="presParOf" srcId="{C72CF219-8CDA-44BE-9848-AE352E92D6BF}" destId="{916A016F-324B-4FF5-A50D-5075E92561CE}" srcOrd="4" destOrd="0" presId="urn:microsoft.com/office/officeart/2008/layout/VerticalCurvedList"/>
    <dgm:cxn modelId="{98FB378C-6AF3-44A2-956F-EA86DD3AF476}" type="presParOf" srcId="{916A016F-324B-4FF5-A50D-5075E92561CE}" destId="{1E9652F4-BD5D-4408-A020-7C4607D83556}" srcOrd="0" destOrd="0" presId="urn:microsoft.com/office/officeart/2008/layout/VerticalCurvedList"/>
    <dgm:cxn modelId="{F22DE514-10D4-4F19-9417-F18ACCA996FF}" type="presParOf" srcId="{C72CF219-8CDA-44BE-9848-AE352E92D6BF}" destId="{F2CBC3BC-3DED-479A-8B10-0C509C558C1B}" srcOrd="5" destOrd="0" presId="urn:microsoft.com/office/officeart/2008/layout/VerticalCurvedList"/>
    <dgm:cxn modelId="{6D85033C-22D3-4F52-91F7-21851A8C4391}" type="presParOf" srcId="{C72CF219-8CDA-44BE-9848-AE352E92D6BF}" destId="{2DA7BA40-5617-4897-AD11-9152D3A3DF40}" srcOrd="6" destOrd="0" presId="urn:microsoft.com/office/officeart/2008/layout/VerticalCurvedList"/>
    <dgm:cxn modelId="{0CABBFFC-27E7-45DE-9CEF-2569753C2E7D}" type="presParOf" srcId="{2DA7BA40-5617-4897-AD11-9152D3A3DF40}" destId="{A67A38DF-5E46-4C60-9FF5-2FF7F3AEDF42}" srcOrd="0" destOrd="0" presId="urn:microsoft.com/office/officeart/2008/layout/VerticalCurvedList"/>
    <dgm:cxn modelId="{6A43CC8C-61AB-4093-9A16-B405E471636B}" type="presParOf" srcId="{C72CF219-8CDA-44BE-9848-AE352E92D6BF}" destId="{B810543F-BC04-424A-9FFC-1AF9F6490A5C}" srcOrd="7" destOrd="0" presId="urn:microsoft.com/office/officeart/2008/layout/VerticalCurvedList"/>
    <dgm:cxn modelId="{DD7FC9D4-A0D6-4104-92E3-ADF61F179039}" type="presParOf" srcId="{C72CF219-8CDA-44BE-9848-AE352E92D6BF}" destId="{5CDBD98F-FD6B-4139-9F10-D6D3D6733484}" srcOrd="8" destOrd="0" presId="urn:microsoft.com/office/officeart/2008/layout/VerticalCurvedList"/>
    <dgm:cxn modelId="{60C84312-765D-4A46-A8CE-418844CF3B90}" type="presParOf" srcId="{5CDBD98F-FD6B-4139-9F10-D6D3D6733484}" destId="{16EF18E0-B551-42E1-9728-3E15CDB3C8AC}" srcOrd="0" destOrd="0" presId="urn:microsoft.com/office/officeart/2008/layout/VerticalCurvedList"/>
    <dgm:cxn modelId="{8797F192-8B0D-4E92-8B55-DECD90CD1E43}" type="presParOf" srcId="{C72CF219-8CDA-44BE-9848-AE352E92D6BF}" destId="{297FC4E0-4906-4ED9-A8FB-3D9E85F24DA1}" srcOrd="9" destOrd="0" presId="urn:microsoft.com/office/officeart/2008/layout/VerticalCurvedList"/>
    <dgm:cxn modelId="{8F821F61-A36A-4ED1-ADA7-FE889BCE1AC5}" type="presParOf" srcId="{C72CF219-8CDA-44BE-9848-AE352E92D6BF}" destId="{A7E79803-A0F4-4EFC-95C5-CF53FAFA0E8C}" srcOrd="10" destOrd="0" presId="urn:microsoft.com/office/officeart/2008/layout/VerticalCurvedList"/>
    <dgm:cxn modelId="{A0916D69-8169-4E28-87B0-2272B3C8A329}" type="presParOf" srcId="{A7E79803-A0F4-4EFC-95C5-CF53FAFA0E8C}" destId="{B1F82045-D10D-4B18-AE89-FF4B6B435A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B7132E-0B1E-49A5-A7E8-306F2BEAE9BC}" type="doc">
      <dgm:prSet loTypeId="urn:microsoft.com/office/officeart/2005/8/layout/radial3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C26098E-0351-497B-865D-60E70EFC2339}">
      <dgm:prSet phldrT="[Текст]" phldr="1" custT="1"/>
      <dgm:spPr/>
      <dgm:t>
        <a:bodyPr/>
        <a:lstStyle/>
        <a:p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85680E-8D77-4AA3-93BE-BE0348BEBD96}" type="parTrans" cxnId="{C85656F1-BD7B-49D0-975F-BB773E678321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A64D30-95B7-4C45-A19B-EDF52D73766B}" type="sibTrans" cxnId="{C85656F1-BD7B-49D0-975F-BB773E678321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B5BC0F-818C-410A-9CE0-99FFEBB5017D}">
      <dgm:prSet phldrT="[Текст]"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Ясность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0B0D02-DB48-4EFD-AABF-1FAC367C6123}" type="parTrans" cxnId="{3C59BDC4-03CA-433A-8227-FF1766C2063D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322D2C-5AE3-4383-B42D-9A057B74D4E8}" type="sibTrans" cxnId="{3C59BDC4-03CA-433A-8227-FF1766C2063D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D81439-1BFA-441F-A12A-F1196003A58D}">
      <dgm:prSet phldrT="[Текст]"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Точность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AC0E44-B8FD-4FE3-BEF4-2BCD3BFB6AEB}" type="parTrans" cxnId="{DE7985CE-08DB-43ED-B9A6-988BC97DF73A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99DFA7-1172-4D42-8D3C-5ABAAE171ACC}" type="sibTrans" cxnId="{DE7985CE-08DB-43ED-B9A6-988BC97DF73A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74AD4C-8900-4C5A-9FBA-EF9A44C5E087}">
      <dgm:prSet phldrT="[Текст]"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Логичность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AEC207-F3A5-4E6D-BA4F-85FA1130CCBF}" type="parTrans" cxnId="{AAD4FDEB-C8F0-4649-9D45-D11040A4F935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D481B4-88FE-43B9-868F-CD39CDCB5A15}" type="sibTrans" cxnId="{AAD4FDEB-C8F0-4649-9D45-D11040A4F935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3141D9-E4AC-482C-A60E-9842BAE5F77D}">
      <dgm:prSet phldrT="[Текст]"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Уместность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CE3435-739C-4A04-A37F-B393CFC79256}" type="parTrans" cxnId="{976468F0-22F8-452B-8D03-699E5D763B94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F0C7B6-5901-4006-8FAA-50A704A10C83}" type="sibTrans" cxnId="{976468F0-22F8-452B-8D03-699E5D763B94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51006C-A130-49EE-BF57-8E225121762C}">
      <dgm:prSet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Выразительность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0B64FC-E589-46CC-99C9-A4028667C643}" type="parTrans" cxnId="{4FA0EC42-F72B-44DA-9095-3012F07C169E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F91547-30A9-4067-948C-6F5B99E0A402}" type="sibTrans" cxnId="{4FA0EC42-F72B-44DA-9095-3012F07C169E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918E95-D6D2-482B-A6F7-9B8595F505C2}">
      <dgm:prSet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Правильность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D0FE94-B828-4947-B765-0A9024E0AFF3}" type="parTrans" cxnId="{A64172C2-CDFA-4F86-B30E-8E0F73E7D26F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BE7ED8-F94C-4322-B626-9E3D93D5EAC6}" type="sibTrans" cxnId="{A64172C2-CDFA-4F86-B30E-8E0F73E7D26F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10C936-FC3D-4D18-9B31-3E5AE09D76EC}">
      <dgm:prSet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Лаконичность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6AD360-E17B-44F3-8B3B-A28D65E7CF04}" type="parTrans" cxnId="{4620018C-9120-4E8B-9F5E-59A312DD6495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C2C177-3FBF-4D88-8717-AFC96D31B33E}" type="sibTrans" cxnId="{4620018C-9120-4E8B-9F5E-59A312DD6495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2C379D-8AAB-4CEC-B649-5613614B3FA6}">
      <dgm:prSet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Индивидуальность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3A01B5-9B12-4C24-A360-275D1AC3A49D}" type="parTrans" cxnId="{2E8D5875-A27E-4725-9C20-3B0F8BC998E9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282D5F-9AFB-44E4-BC61-9CF6F8A9B04F}" type="sibTrans" cxnId="{2E8D5875-A27E-4725-9C20-3B0F8BC998E9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CF56DB-84BE-4606-8DD5-DA5429A91535}">
      <dgm:prSet custT="1"/>
      <dgm:spPr/>
      <dgm:t>
        <a:bodyPr/>
        <a:lstStyle/>
        <a:p>
          <a:r>
            <a: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Богатство</a:t>
          </a:r>
          <a:endParaRPr lang="ru-RU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D2DF14-BA5D-463D-B111-CFA4FE32B0F2}" type="parTrans" cxnId="{4C11DD47-9054-401F-B927-7D0FFC8B4FB2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83D375-38D0-4278-98D1-D280FC547D17}" type="sibTrans" cxnId="{4C11DD47-9054-401F-B927-7D0FFC8B4FB2}">
      <dgm:prSet/>
      <dgm:spPr/>
      <dgm:t>
        <a:bodyPr/>
        <a:lstStyle/>
        <a:p>
          <a:endParaRPr lang="ru-RU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72CF74-A8EA-4BB8-A695-8C41C41C1FE4}" type="pres">
      <dgm:prSet presAssocID="{6FB7132E-0B1E-49A5-A7E8-306F2BEAE9BC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7E33707-AA5E-4780-B367-A9EABD19767B}" type="pres">
      <dgm:prSet presAssocID="{6FB7132E-0B1E-49A5-A7E8-306F2BEAE9BC}" presName="radial" presStyleCnt="0">
        <dgm:presLayoutVars>
          <dgm:animLvl val="ctr"/>
        </dgm:presLayoutVars>
      </dgm:prSet>
      <dgm:spPr/>
    </dgm:pt>
    <dgm:pt modelId="{3B854F1A-2BAA-4E98-BF58-C8AFFAA23221}" type="pres">
      <dgm:prSet presAssocID="{6C26098E-0351-497B-865D-60E70EFC2339}" presName="centerShape" presStyleLbl="vennNode1" presStyleIdx="0" presStyleCnt="10"/>
      <dgm:spPr/>
      <dgm:t>
        <a:bodyPr/>
        <a:lstStyle/>
        <a:p>
          <a:endParaRPr lang="ru-RU"/>
        </a:p>
      </dgm:t>
    </dgm:pt>
    <dgm:pt modelId="{775865A8-1322-43A3-B3D1-BD7520EBAAF1}" type="pres">
      <dgm:prSet presAssocID="{08B5BC0F-818C-410A-9CE0-99FFEBB5017D}" presName="node" presStyleLbl="vennNode1" presStyleIdx="1" presStyleCnt="10" custScaleX="120867" custScaleY="62453" custRadScaleRad="108403" custRadScaleInc="401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707F58-F8A4-4DD3-89ED-6D0EE62FC077}" type="pres">
      <dgm:prSet presAssocID="{4CD81439-1BFA-441F-A12A-F1196003A58D}" presName="node" presStyleLbl="vennNode1" presStyleIdx="2" presStyleCnt="10" custScaleX="147913" custScaleY="72854" custRadScaleRad="151322" custRadScaleInc="2783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814F8D-CD06-4EEB-8DBB-6A09F4C178DB}" type="pres">
      <dgm:prSet presAssocID="{03918E95-D6D2-482B-A6F7-9B8595F505C2}" presName="node" presStyleLbl="vennNode1" presStyleIdx="3" presStyleCnt="10" custScaleX="184369" custScaleY="72170" custRadScaleRad="153378" custRadScaleInc="-47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D8FD5F-8950-4BA5-AD5B-991CA81720DD}" type="pres">
      <dgm:prSet presAssocID="{6010C936-FC3D-4D18-9B31-3E5AE09D76EC}" presName="node" presStyleLbl="vennNode1" presStyleIdx="4" presStyleCnt="10" custScaleX="187152" custScaleY="75268" custRadScaleRad="150555" custRadScaleInc="-352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E75F23-0C16-4B23-BD1F-6971C2D3FAE6}" type="pres">
      <dgm:prSet presAssocID="{EFCF56DB-84BE-4606-8DD5-DA5429A91535}" presName="node" presStyleLbl="vennNode1" presStyleIdx="5" presStyleCnt="10" custScaleX="141338" custScaleY="70905" custRadScaleRad="145082" custRadScaleInc="2286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A99479-1CA5-4945-9267-12E9EFDFC131}" type="pres">
      <dgm:prSet presAssocID="{6B2C379D-8AAB-4CEC-B649-5613614B3FA6}" presName="node" presStyleLbl="vennNode1" presStyleIdx="6" presStyleCnt="10" custScaleX="223245" custScaleY="71758" custRadScaleRad="129198" custRadScaleInc="-1330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CB3229-F346-4238-91AA-7FAE192A4DE2}" type="pres">
      <dgm:prSet presAssocID="{B151006C-A130-49EE-BF57-8E225121762C}" presName="node" presStyleLbl="vennNode1" presStyleIdx="7" presStyleCnt="10" custScaleX="215500" custScaleY="70684" custRadScaleRad="157960" custRadScaleInc="-3882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7137EF-A401-40E9-A22C-095DE3F68B76}" type="pres">
      <dgm:prSet presAssocID="{CF74AD4C-8900-4C5A-9FBA-EF9A44C5E087}" presName="node" presStyleLbl="vennNode1" presStyleIdx="8" presStyleCnt="10" custScaleX="141334" custScaleY="78110" custRadScaleRad="156160" custRadScaleInc="-210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E03A46-2A24-4270-9BEE-4BC6A9809354}" type="pres">
      <dgm:prSet presAssocID="{903141D9-E4AC-482C-A60E-9842BAE5F77D}" presName="node" presStyleLbl="vennNode1" presStyleIdx="9" presStyleCnt="10" custScaleX="153531" custScaleY="74334" custRadScaleRad="141442" custRadScaleInc="-2736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141924E-6C7A-4036-BF59-B73C2397964D}" type="presOf" srcId="{B151006C-A130-49EE-BF57-8E225121762C}" destId="{DFCB3229-F346-4238-91AA-7FAE192A4DE2}" srcOrd="0" destOrd="0" presId="urn:microsoft.com/office/officeart/2005/8/layout/radial3"/>
    <dgm:cxn modelId="{B470D603-666E-4E43-8024-D5384A226C0B}" type="presOf" srcId="{03918E95-D6D2-482B-A6F7-9B8595F505C2}" destId="{C6814F8D-CD06-4EEB-8DBB-6A09F4C178DB}" srcOrd="0" destOrd="0" presId="urn:microsoft.com/office/officeart/2005/8/layout/radial3"/>
    <dgm:cxn modelId="{B6EF7385-F3E4-4FCA-A45B-07F481309729}" type="presOf" srcId="{4CD81439-1BFA-441F-A12A-F1196003A58D}" destId="{6A707F58-F8A4-4DD3-89ED-6D0EE62FC077}" srcOrd="0" destOrd="0" presId="urn:microsoft.com/office/officeart/2005/8/layout/radial3"/>
    <dgm:cxn modelId="{4620018C-9120-4E8B-9F5E-59A312DD6495}" srcId="{6C26098E-0351-497B-865D-60E70EFC2339}" destId="{6010C936-FC3D-4D18-9B31-3E5AE09D76EC}" srcOrd="3" destOrd="0" parTransId="{1F6AD360-E17B-44F3-8B3B-A28D65E7CF04}" sibTransId="{E7C2C177-3FBF-4D88-8717-AFC96D31B33E}"/>
    <dgm:cxn modelId="{074071CD-4DBC-4A29-A939-9657D81D01CC}" type="presOf" srcId="{CF74AD4C-8900-4C5A-9FBA-EF9A44C5E087}" destId="{437137EF-A401-40E9-A22C-095DE3F68B76}" srcOrd="0" destOrd="0" presId="urn:microsoft.com/office/officeart/2005/8/layout/radial3"/>
    <dgm:cxn modelId="{2E8D5875-A27E-4725-9C20-3B0F8BC998E9}" srcId="{6C26098E-0351-497B-865D-60E70EFC2339}" destId="{6B2C379D-8AAB-4CEC-B649-5613614B3FA6}" srcOrd="5" destOrd="0" parTransId="{FC3A01B5-9B12-4C24-A360-275D1AC3A49D}" sibTransId="{4F282D5F-9AFB-44E4-BC61-9CF6F8A9B04F}"/>
    <dgm:cxn modelId="{07F0D151-225F-4B5A-96C2-88A1A489E0A7}" type="presOf" srcId="{EFCF56DB-84BE-4606-8DD5-DA5429A91535}" destId="{D1E75F23-0C16-4B23-BD1F-6971C2D3FAE6}" srcOrd="0" destOrd="0" presId="urn:microsoft.com/office/officeart/2005/8/layout/radial3"/>
    <dgm:cxn modelId="{2839051E-D395-4761-88A4-36754AEFF340}" type="presOf" srcId="{6FB7132E-0B1E-49A5-A7E8-306F2BEAE9BC}" destId="{1872CF74-A8EA-4BB8-A695-8C41C41C1FE4}" srcOrd="0" destOrd="0" presId="urn:microsoft.com/office/officeart/2005/8/layout/radial3"/>
    <dgm:cxn modelId="{B3B36C01-1464-4C4D-895F-FD01A4577F82}" type="presOf" srcId="{6010C936-FC3D-4D18-9B31-3E5AE09D76EC}" destId="{FCD8FD5F-8950-4BA5-AD5B-991CA81720DD}" srcOrd="0" destOrd="0" presId="urn:microsoft.com/office/officeart/2005/8/layout/radial3"/>
    <dgm:cxn modelId="{A64172C2-CDFA-4F86-B30E-8E0F73E7D26F}" srcId="{6C26098E-0351-497B-865D-60E70EFC2339}" destId="{03918E95-D6D2-482B-A6F7-9B8595F505C2}" srcOrd="2" destOrd="0" parTransId="{EAD0FE94-B828-4947-B765-0A9024E0AFF3}" sibTransId="{73BE7ED8-F94C-4322-B626-9E3D93D5EAC6}"/>
    <dgm:cxn modelId="{C85656F1-BD7B-49D0-975F-BB773E678321}" srcId="{6FB7132E-0B1E-49A5-A7E8-306F2BEAE9BC}" destId="{6C26098E-0351-497B-865D-60E70EFC2339}" srcOrd="0" destOrd="0" parTransId="{E785680E-8D77-4AA3-93BE-BE0348BEBD96}" sibTransId="{B4A64D30-95B7-4C45-A19B-EDF52D73766B}"/>
    <dgm:cxn modelId="{DE7985CE-08DB-43ED-B9A6-988BC97DF73A}" srcId="{6C26098E-0351-497B-865D-60E70EFC2339}" destId="{4CD81439-1BFA-441F-A12A-F1196003A58D}" srcOrd="1" destOrd="0" parTransId="{DCAC0E44-B8FD-4FE3-BEF4-2BCD3BFB6AEB}" sibTransId="{D199DFA7-1172-4D42-8D3C-5ABAAE171ACC}"/>
    <dgm:cxn modelId="{4FA0EC42-F72B-44DA-9095-3012F07C169E}" srcId="{6C26098E-0351-497B-865D-60E70EFC2339}" destId="{B151006C-A130-49EE-BF57-8E225121762C}" srcOrd="6" destOrd="0" parTransId="{210B64FC-E589-46CC-99C9-A4028667C643}" sibTransId="{27F91547-30A9-4067-948C-6F5B99E0A402}"/>
    <dgm:cxn modelId="{F45F4CFC-3A1A-46C5-BBEE-1030D8CCE257}" type="presOf" srcId="{6B2C379D-8AAB-4CEC-B649-5613614B3FA6}" destId="{BAA99479-1CA5-4945-9267-12E9EFDFC131}" srcOrd="0" destOrd="0" presId="urn:microsoft.com/office/officeart/2005/8/layout/radial3"/>
    <dgm:cxn modelId="{AAD4FDEB-C8F0-4649-9D45-D11040A4F935}" srcId="{6C26098E-0351-497B-865D-60E70EFC2339}" destId="{CF74AD4C-8900-4C5A-9FBA-EF9A44C5E087}" srcOrd="7" destOrd="0" parTransId="{47AEC207-F3A5-4E6D-BA4F-85FA1130CCBF}" sibTransId="{DED481B4-88FE-43B9-868F-CD39CDCB5A15}"/>
    <dgm:cxn modelId="{4C11DD47-9054-401F-B927-7D0FFC8B4FB2}" srcId="{6C26098E-0351-497B-865D-60E70EFC2339}" destId="{EFCF56DB-84BE-4606-8DD5-DA5429A91535}" srcOrd="4" destOrd="0" parTransId="{93D2DF14-BA5D-463D-B111-CFA4FE32B0F2}" sibTransId="{A883D375-38D0-4278-98D1-D280FC547D17}"/>
    <dgm:cxn modelId="{CD9AB07B-45A0-44A1-A7D3-D8A9D9EA898F}" type="presOf" srcId="{6C26098E-0351-497B-865D-60E70EFC2339}" destId="{3B854F1A-2BAA-4E98-BF58-C8AFFAA23221}" srcOrd="0" destOrd="0" presId="urn:microsoft.com/office/officeart/2005/8/layout/radial3"/>
    <dgm:cxn modelId="{3C59BDC4-03CA-433A-8227-FF1766C2063D}" srcId="{6C26098E-0351-497B-865D-60E70EFC2339}" destId="{08B5BC0F-818C-410A-9CE0-99FFEBB5017D}" srcOrd="0" destOrd="0" parTransId="{4D0B0D02-DB48-4EFD-AABF-1FAC367C6123}" sibTransId="{D9322D2C-5AE3-4383-B42D-9A057B74D4E8}"/>
    <dgm:cxn modelId="{FD68ED0D-5203-49AF-8B6F-CE47D13AE1B2}" type="presOf" srcId="{08B5BC0F-818C-410A-9CE0-99FFEBB5017D}" destId="{775865A8-1322-43A3-B3D1-BD7520EBAAF1}" srcOrd="0" destOrd="0" presId="urn:microsoft.com/office/officeart/2005/8/layout/radial3"/>
    <dgm:cxn modelId="{976468F0-22F8-452B-8D03-699E5D763B94}" srcId="{6C26098E-0351-497B-865D-60E70EFC2339}" destId="{903141D9-E4AC-482C-A60E-9842BAE5F77D}" srcOrd="8" destOrd="0" parTransId="{D8CE3435-739C-4A04-A37F-B393CFC79256}" sibTransId="{B7F0C7B6-5901-4006-8FAA-50A704A10C83}"/>
    <dgm:cxn modelId="{F5FD3D4F-1384-477D-8360-8C0418A01DDA}" type="presOf" srcId="{903141D9-E4AC-482C-A60E-9842BAE5F77D}" destId="{93E03A46-2A24-4270-9BEE-4BC6A9809354}" srcOrd="0" destOrd="0" presId="urn:microsoft.com/office/officeart/2005/8/layout/radial3"/>
    <dgm:cxn modelId="{AB14EBBA-7866-4279-BE77-42B985CEE9EE}" type="presParOf" srcId="{1872CF74-A8EA-4BB8-A695-8C41C41C1FE4}" destId="{87E33707-AA5E-4780-B367-A9EABD19767B}" srcOrd="0" destOrd="0" presId="urn:microsoft.com/office/officeart/2005/8/layout/radial3"/>
    <dgm:cxn modelId="{4F1E3D93-6B04-4CAB-AE4A-C5F63EF1FBD2}" type="presParOf" srcId="{87E33707-AA5E-4780-B367-A9EABD19767B}" destId="{3B854F1A-2BAA-4E98-BF58-C8AFFAA23221}" srcOrd="0" destOrd="0" presId="urn:microsoft.com/office/officeart/2005/8/layout/radial3"/>
    <dgm:cxn modelId="{1D1609A8-432A-44D4-9611-437B00AD513A}" type="presParOf" srcId="{87E33707-AA5E-4780-B367-A9EABD19767B}" destId="{775865A8-1322-43A3-B3D1-BD7520EBAAF1}" srcOrd="1" destOrd="0" presId="urn:microsoft.com/office/officeart/2005/8/layout/radial3"/>
    <dgm:cxn modelId="{000E843F-3C20-4D9C-B1A4-03BC0C5E694A}" type="presParOf" srcId="{87E33707-AA5E-4780-B367-A9EABD19767B}" destId="{6A707F58-F8A4-4DD3-89ED-6D0EE62FC077}" srcOrd="2" destOrd="0" presId="urn:microsoft.com/office/officeart/2005/8/layout/radial3"/>
    <dgm:cxn modelId="{E2B59607-88D2-4F3F-81FC-F068D2F86BF1}" type="presParOf" srcId="{87E33707-AA5E-4780-B367-A9EABD19767B}" destId="{C6814F8D-CD06-4EEB-8DBB-6A09F4C178DB}" srcOrd="3" destOrd="0" presId="urn:microsoft.com/office/officeart/2005/8/layout/radial3"/>
    <dgm:cxn modelId="{2F31AAE2-93F8-47DF-9E31-F98B4E5981B4}" type="presParOf" srcId="{87E33707-AA5E-4780-B367-A9EABD19767B}" destId="{FCD8FD5F-8950-4BA5-AD5B-991CA81720DD}" srcOrd="4" destOrd="0" presId="urn:microsoft.com/office/officeart/2005/8/layout/radial3"/>
    <dgm:cxn modelId="{308FA41D-2178-4E37-A07F-CD4A98EF1568}" type="presParOf" srcId="{87E33707-AA5E-4780-B367-A9EABD19767B}" destId="{D1E75F23-0C16-4B23-BD1F-6971C2D3FAE6}" srcOrd="5" destOrd="0" presId="urn:microsoft.com/office/officeart/2005/8/layout/radial3"/>
    <dgm:cxn modelId="{4728CD49-2857-45DF-A4DF-4FE193E754E5}" type="presParOf" srcId="{87E33707-AA5E-4780-B367-A9EABD19767B}" destId="{BAA99479-1CA5-4945-9267-12E9EFDFC131}" srcOrd="6" destOrd="0" presId="urn:microsoft.com/office/officeart/2005/8/layout/radial3"/>
    <dgm:cxn modelId="{86C1D261-2820-4CD1-A8A3-26681AEFC36B}" type="presParOf" srcId="{87E33707-AA5E-4780-B367-A9EABD19767B}" destId="{DFCB3229-F346-4238-91AA-7FAE192A4DE2}" srcOrd="7" destOrd="0" presId="urn:microsoft.com/office/officeart/2005/8/layout/radial3"/>
    <dgm:cxn modelId="{DB975D5F-0C60-43FF-BCB1-9D976F504ABC}" type="presParOf" srcId="{87E33707-AA5E-4780-B367-A9EABD19767B}" destId="{437137EF-A401-40E9-A22C-095DE3F68B76}" srcOrd="8" destOrd="0" presId="urn:microsoft.com/office/officeart/2005/8/layout/radial3"/>
    <dgm:cxn modelId="{8CF67BB2-E81B-4A32-9A2E-F0D13F7FF649}" type="presParOf" srcId="{87E33707-AA5E-4780-B367-A9EABD19767B}" destId="{93E03A46-2A24-4270-9BEE-4BC6A9809354}" srcOrd="9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EAB180-1172-4F9B-B925-AC77D22BAA05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0CB053F-7510-4166-BF34-3F945F962381}">
      <dgm:prSet phldrT="[Текст]" custT="1"/>
      <dgm:spPr/>
      <dgm:t>
        <a:bodyPr/>
        <a:lstStyle/>
        <a:p>
          <a:r>
            <a: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Главные задачи функции</a:t>
          </a:r>
          <a:endParaRPr lang="ru-RU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C57084-5F2C-47B8-BDC2-D0A63856BCC2}" type="parTrans" cxnId="{CD67A0A1-549A-4982-AF10-7D92F926B467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2D4FC4-35E6-4702-AA05-BEC124901505}" type="sibTrans" cxnId="{CD67A0A1-549A-4982-AF10-7D92F926B467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572D4-2AF7-4E12-AAC1-43A2657EA25E}">
      <dgm:prSet phldrT="[Текст]" custT="1"/>
      <dgm:spPr/>
      <dgm:t>
        <a:bodyPr/>
        <a:lstStyle/>
        <a:p>
          <a:r>
            <a:rPr lang="ru-RU" sz="2800" b="1" u="none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Формирование уважения к закону</a:t>
          </a:r>
          <a:endParaRPr lang="ru-RU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4EA642-DE65-4B8F-8A72-2EA1EBBA77C7}" type="parTrans" cxnId="{A3662FA8-CBEE-477C-A90E-FBC7BBEC53A1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79565C-EB38-42FC-A6AF-6CD60E9680BD}" type="sibTrans" cxnId="{A3662FA8-CBEE-477C-A90E-FBC7BBEC53A1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15F887-9BA1-4D96-9C75-6570FD7F2F22}">
      <dgm:prSet phldrT="[Текст]" custT="1"/>
      <dgm:spPr/>
      <dgm:t>
        <a:bodyPr/>
        <a:lstStyle/>
        <a:p>
          <a:r>
            <a: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Профилактика правонарушений</a:t>
          </a:r>
          <a:endParaRPr lang="ru-RU" sz="2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29963E-F87A-44C8-88E3-4720A17F416D}" type="parTrans" cxnId="{57A70D07-8FD1-48F0-8A8F-EAD6CFE84398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0C9018-4518-4A3C-9B67-F205B3D40B76}" type="sibTrans" cxnId="{57A70D07-8FD1-48F0-8A8F-EAD6CFE84398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C26E90-73C9-472F-8C5D-91E09C693BF9}">
      <dgm:prSet phldrT="[Текст]" custT="1"/>
      <dgm:spPr/>
      <dgm:t>
        <a:bodyPr/>
        <a:lstStyle/>
        <a:p>
          <a:r>
            <a: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Моральное осуждение</a:t>
          </a:r>
          <a:endParaRPr lang="ru-RU" sz="2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5F3C9-C9D8-4B3F-B365-B9059801387B}" type="parTrans" cxnId="{2141756F-C298-4C8A-A819-8411CA15407C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AA95DD-CB7D-446C-8C4C-FA020C9FFA8A}" type="sibTrans" cxnId="{2141756F-C298-4C8A-A819-8411CA15407C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E680EB-DFE6-4BB8-923A-6B1398B18C98}">
      <dgm:prSet custT="1"/>
      <dgm:spPr/>
      <dgm:t>
        <a:bodyPr/>
        <a:lstStyle/>
        <a:p>
          <a:r>
            <a: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Правовое просвещение</a:t>
          </a:r>
          <a:endParaRPr lang="ru-RU" sz="2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92C1C1-1B51-4F58-B89E-CD04D712E816}" type="parTrans" cxnId="{98E94C44-E89F-47F1-8086-7FB2EA35D8F7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F532A2-A24B-4671-8033-DB8DB83F738A}" type="sibTrans" cxnId="{98E94C44-E89F-47F1-8086-7FB2EA35D8F7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8817FF-A92C-4453-9CA5-4BCAC5C10972}">
      <dgm:prSet custT="1"/>
      <dgm:spPr/>
      <dgm:t>
        <a:bodyPr/>
        <a:lstStyle/>
        <a:p>
          <a:r>
            <a: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Восстановление справедливости</a:t>
          </a:r>
        </a:p>
      </dgm:t>
    </dgm:pt>
    <dgm:pt modelId="{8C6996F0-12E1-4F40-97F1-F8C4AB6147EC}" type="parTrans" cxnId="{71142CD9-CC8C-4D5D-944C-209B19888747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A0BCBE-3E0D-4DAC-92EF-004BF603ECAA}" type="sibTrans" cxnId="{71142CD9-CC8C-4D5D-944C-209B19888747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2496E8-F438-4DF9-9AAF-338B35AC23FF}" type="pres">
      <dgm:prSet presAssocID="{73EAB180-1172-4F9B-B925-AC77D22BAA0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F9A8BB7-E4B2-499C-96A2-898D07C56EBB}" type="pres">
      <dgm:prSet presAssocID="{10CB053F-7510-4166-BF34-3F945F962381}" presName="root1" presStyleCnt="0"/>
      <dgm:spPr/>
    </dgm:pt>
    <dgm:pt modelId="{E7E0E373-FC89-43F0-97A3-3F513358C4F6}" type="pres">
      <dgm:prSet presAssocID="{10CB053F-7510-4166-BF34-3F945F962381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02BA992-21C6-4816-BC8E-CF0289B96BFC}" type="pres">
      <dgm:prSet presAssocID="{10CB053F-7510-4166-BF34-3F945F962381}" presName="level2hierChild" presStyleCnt="0"/>
      <dgm:spPr/>
    </dgm:pt>
    <dgm:pt modelId="{3628997C-3C64-4EDF-92C5-BA64F144DD6C}" type="pres">
      <dgm:prSet presAssocID="{D64EA642-DE65-4B8F-8A72-2EA1EBBA77C7}" presName="conn2-1" presStyleLbl="parChTrans1D2" presStyleIdx="0" presStyleCnt="5"/>
      <dgm:spPr/>
      <dgm:t>
        <a:bodyPr/>
        <a:lstStyle/>
        <a:p>
          <a:endParaRPr lang="ru-RU"/>
        </a:p>
      </dgm:t>
    </dgm:pt>
    <dgm:pt modelId="{136BAE7B-711C-40BB-B85F-B728A8B50A9D}" type="pres">
      <dgm:prSet presAssocID="{D64EA642-DE65-4B8F-8A72-2EA1EBBA77C7}" presName="connTx" presStyleLbl="parChTrans1D2" presStyleIdx="0" presStyleCnt="5"/>
      <dgm:spPr/>
      <dgm:t>
        <a:bodyPr/>
        <a:lstStyle/>
        <a:p>
          <a:endParaRPr lang="ru-RU"/>
        </a:p>
      </dgm:t>
    </dgm:pt>
    <dgm:pt modelId="{A5EB8035-F975-449D-9B73-F85ADC460023}" type="pres">
      <dgm:prSet presAssocID="{C24572D4-2AF7-4E12-AAC1-43A2657EA25E}" presName="root2" presStyleCnt="0"/>
      <dgm:spPr/>
    </dgm:pt>
    <dgm:pt modelId="{46CE6C29-E524-4037-A8FD-96536F09A02D}" type="pres">
      <dgm:prSet presAssocID="{C24572D4-2AF7-4E12-AAC1-43A2657EA25E}" presName="LevelTwoTextNode" presStyleLbl="node2" presStyleIdx="0" presStyleCnt="5" custScaleX="3359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2C464F3-0BC1-4295-8C59-DC0929B6961B}" type="pres">
      <dgm:prSet presAssocID="{C24572D4-2AF7-4E12-AAC1-43A2657EA25E}" presName="level3hierChild" presStyleCnt="0"/>
      <dgm:spPr/>
    </dgm:pt>
    <dgm:pt modelId="{39023EF7-D558-44C1-8DB9-A3C295A094A0}" type="pres">
      <dgm:prSet presAssocID="{B229963E-F87A-44C8-88E3-4720A17F416D}" presName="conn2-1" presStyleLbl="parChTrans1D2" presStyleIdx="1" presStyleCnt="5"/>
      <dgm:spPr/>
      <dgm:t>
        <a:bodyPr/>
        <a:lstStyle/>
        <a:p>
          <a:endParaRPr lang="ru-RU"/>
        </a:p>
      </dgm:t>
    </dgm:pt>
    <dgm:pt modelId="{53F8CE57-3819-4D09-BEB0-543E8D1FB928}" type="pres">
      <dgm:prSet presAssocID="{B229963E-F87A-44C8-88E3-4720A17F416D}" presName="connTx" presStyleLbl="parChTrans1D2" presStyleIdx="1" presStyleCnt="5"/>
      <dgm:spPr/>
      <dgm:t>
        <a:bodyPr/>
        <a:lstStyle/>
        <a:p>
          <a:endParaRPr lang="ru-RU"/>
        </a:p>
      </dgm:t>
    </dgm:pt>
    <dgm:pt modelId="{6B4B64AE-44BD-4427-8301-6BB785F797A2}" type="pres">
      <dgm:prSet presAssocID="{EB15F887-9BA1-4D96-9C75-6570FD7F2F22}" presName="root2" presStyleCnt="0"/>
      <dgm:spPr/>
    </dgm:pt>
    <dgm:pt modelId="{7F7D0FCF-5094-451F-A3FC-44CE3F494124}" type="pres">
      <dgm:prSet presAssocID="{EB15F887-9BA1-4D96-9C75-6570FD7F2F22}" presName="LevelTwoTextNode" presStyleLbl="node2" presStyleIdx="1" presStyleCnt="5" custScaleX="335938" custLinFactNeighborX="475" custLinFactNeighborY="467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7E9A4B1-A232-483C-A0F0-1DD308E177FE}" type="pres">
      <dgm:prSet presAssocID="{EB15F887-9BA1-4D96-9C75-6570FD7F2F22}" presName="level3hierChild" presStyleCnt="0"/>
      <dgm:spPr/>
    </dgm:pt>
    <dgm:pt modelId="{269F22D0-8C88-4AE2-A101-E79A5327B535}" type="pres">
      <dgm:prSet presAssocID="{1B25F3C9-C9D8-4B3F-B365-B9059801387B}" presName="conn2-1" presStyleLbl="parChTrans1D2" presStyleIdx="2" presStyleCnt="5"/>
      <dgm:spPr/>
      <dgm:t>
        <a:bodyPr/>
        <a:lstStyle/>
        <a:p>
          <a:endParaRPr lang="ru-RU"/>
        </a:p>
      </dgm:t>
    </dgm:pt>
    <dgm:pt modelId="{1787896F-B781-4233-8B5F-6C2E73773D82}" type="pres">
      <dgm:prSet presAssocID="{1B25F3C9-C9D8-4B3F-B365-B9059801387B}" presName="connTx" presStyleLbl="parChTrans1D2" presStyleIdx="2" presStyleCnt="5"/>
      <dgm:spPr/>
      <dgm:t>
        <a:bodyPr/>
        <a:lstStyle/>
        <a:p>
          <a:endParaRPr lang="ru-RU"/>
        </a:p>
      </dgm:t>
    </dgm:pt>
    <dgm:pt modelId="{76D9C401-40F5-4076-8C31-7E9E14D157F8}" type="pres">
      <dgm:prSet presAssocID="{77C26E90-73C9-472F-8C5D-91E09C693BF9}" presName="root2" presStyleCnt="0"/>
      <dgm:spPr/>
    </dgm:pt>
    <dgm:pt modelId="{95D71336-37F3-448D-9C3C-82768909675C}" type="pres">
      <dgm:prSet presAssocID="{77C26E90-73C9-472F-8C5D-91E09C693BF9}" presName="LevelTwoTextNode" presStyleLbl="node2" presStyleIdx="2" presStyleCnt="5" custScaleX="3359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E6DA574-6E05-4525-B1BB-DE4286CF990F}" type="pres">
      <dgm:prSet presAssocID="{77C26E90-73C9-472F-8C5D-91E09C693BF9}" presName="level3hierChild" presStyleCnt="0"/>
      <dgm:spPr/>
    </dgm:pt>
    <dgm:pt modelId="{598DF28E-8F66-4998-8AD7-78FC8E9290A9}" type="pres">
      <dgm:prSet presAssocID="{CD92C1C1-1B51-4F58-B89E-CD04D712E816}" presName="conn2-1" presStyleLbl="parChTrans1D2" presStyleIdx="3" presStyleCnt="5"/>
      <dgm:spPr/>
      <dgm:t>
        <a:bodyPr/>
        <a:lstStyle/>
        <a:p>
          <a:endParaRPr lang="ru-RU"/>
        </a:p>
      </dgm:t>
    </dgm:pt>
    <dgm:pt modelId="{D199BE22-000E-439E-B10D-935867540746}" type="pres">
      <dgm:prSet presAssocID="{CD92C1C1-1B51-4F58-B89E-CD04D712E816}" presName="connTx" presStyleLbl="parChTrans1D2" presStyleIdx="3" presStyleCnt="5"/>
      <dgm:spPr/>
      <dgm:t>
        <a:bodyPr/>
        <a:lstStyle/>
        <a:p>
          <a:endParaRPr lang="ru-RU"/>
        </a:p>
      </dgm:t>
    </dgm:pt>
    <dgm:pt modelId="{987B45B4-4472-4CDF-B1D0-3D6D6621608F}" type="pres">
      <dgm:prSet presAssocID="{16E680EB-DFE6-4BB8-923A-6B1398B18C98}" presName="root2" presStyleCnt="0"/>
      <dgm:spPr/>
    </dgm:pt>
    <dgm:pt modelId="{7787A81A-4CCB-4444-97E0-ABAC5F257F2E}" type="pres">
      <dgm:prSet presAssocID="{16E680EB-DFE6-4BB8-923A-6B1398B18C98}" presName="LevelTwoTextNode" presStyleLbl="node2" presStyleIdx="3" presStyleCnt="5" custScaleX="3359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914D241-6B91-461A-ABCA-74722CA4983D}" type="pres">
      <dgm:prSet presAssocID="{16E680EB-DFE6-4BB8-923A-6B1398B18C98}" presName="level3hierChild" presStyleCnt="0"/>
      <dgm:spPr/>
    </dgm:pt>
    <dgm:pt modelId="{80B12E08-9430-4701-BB10-76EAD6B5D05C}" type="pres">
      <dgm:prSet presAssocID="{8C6996F0-12E1-4F40-97F1-F8C4AB6147EC}" presName="conn2-1" presStyleLbl="parChTrans1D2" presStyleIdx="4" presStyleCnt="5"/>
      <dgm:spPr/>
      <dgm:t>
        <a:bodyPr/>
        <a:lstStyle/>
        <a:p>
          <a:endParaRPr lang="ru-RU"/>
        </a:p>
      </dgm:t>
    </dgm:pt>
    <dgm:pt modelId="{0C6F613A-FFF4-422D-A4C0-A3DA7C8316CE}" type="pres">
      <dgm:prSet presAssocID="{8C6996F0-12E1-4F40-97F1-F8C4AB6147EC}" presName="connTx" presStyleLbl="parChTrans1D2" presStyleIdx="4" presStyleCnt="5"/>
      <dgm:spPr/>
      <dgm:t>
        <a:bodyPr/>
        <a:lstStyle/>
        <a:p>
          <a:endParaRPr lang="ru-RU"/>
        </a:p>
      </dgm:t>
    </dgm:pt>
    <dgm:pt modelId="{1B6CDE85-046F-49B5-A043-CCBEEA83907E}" type="pres">
      <dgm:prSet presAssocID="{738817FF-A92C-4453-9CA5-4BCAC5C10972}" presName="root2" presStyleCnt="0"/>
      <dgm:spPr/>
    </dgm:pt>
    <dgm:pt modelId="{28CED81F-BF32-45F5-BBDD-FF3843AF1591}" type="pres">
      <dgm:prSet presAssocID="{738817FF-A92C-4453-9CA5-4BCAC5C10972}" presName="LevelTwoTextNode" presStyleLbl="node2" presStyleIdx="4" presStyleCnt="5" custScaleX="3359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E0CADA4-8DA0-49D6-A310-CF5B94C541F2}" type="pres">
      <dgm:prSet presAssocID="{738817FF-A92C-4453-9CA5-4BCAC5C10972}" presName="level3hierChild" presStyleCnt="0"/>
      <dgm:spPr/>
    </dgm:pt>
  </dgm:ptLst>
  <dgm:cxnLst>
    <dgm:cxn modelId="{EF783434-D3AE-4CB7-A157-2AF7E1F20ACB}" type="presOf" srcId="{73EAB180-1172-4F9B-B925-AC77D22BAA05}" destId="{B52496E8-F438-4DF9-9AAF-338B35AC23FF}" srcOrd="0" destOrd="0" presId="urn:microsoft.com/office/officeart/2008/layout/HorizontalMultiLevelHierarchy"/>
    <dgm:cxn modelId="{8A16BC4A-0453-4C7C-BDF6-2E2C70E63709}" type="presOf" srcId="{CD92C1C1-1B51-4F58-B89E-CD04D712E816}" destId="{D199BE22-000E-439E-B10D-935867540746}" srcOrd="1" destOrd="0" presId="urn:microsoft.com/office/officeart/2008/layout/HorizontalMultiLevelHierarchy"/>
    <dgm:cxn modelId="{90980865-D808-4BE2-98D2-D104D7D18207}" type="presOf" srcId="{B229963E-F87A-44C8-88E3-4720A17F416D}" destId="{53F8CE57-3819-4D09-BEB0-543E8D1FB928}" srcOrd="1" destOrd="0" presId="urn:microsoft.com/office/officeart/2008/layout/HorizontalMultiLevelHierarchy"/>
    <dgm:cxn modelId="{7484F274-78C2-4E1A-9A6F-935FB4811B0E}" type="presOf" srcId="{D64EA642-DE65-4B8F-8A72-2EA1EBBA77C7}" destId="{136BAE7B-711C-40BB-B85F-B728A8B50A9D}" srcOrd="1" destOrd="0" presId="urn:microsoft.com/office/officeart/2008/layout/HorizontalMultiLevelHierarchy"/>
    <dgm:cxn modelId="{B1C5C9FC-969B-4B16-A5B6-D0DE97B8A376}" type="presOf" srcId="{8C6996F0-12E1-4F40-97F1-F8C4AB6147EC}" destId="{80B12E08-9430-4701-BB10-76EAD6B5D05C}" srcOrd="0" destOrd="0" presId="urn:microsoft.com/office/officeart/2008/layout/HorizontalMultiLevelHierarchy"/>
    <dgm:cxn modelId="{C2797711-F36A-4CBF-82FF-1702D50D029E}" type="presOf" srcId="{738817FF-A92C-4453-9CA5-4BCAC5C10972}" destId="{28CED81F-BF32-45F5-BBDD-FF3843AF1591}" srcOrd="0" destOrd="0" presId="urn:microsoft.com/office/officeart/2008/layout/HorizontalMultiLevelHierarchy"/>
    <dgm:cxn modelId="{CF5712FF-4DAF-4AF1-BD03-A161AD8B90BA}" type="presOf" srcId="{EB15F887-9BA1-4D96-9C75-6570FD7F2F22}" destId="{7F7D0FCF-5094-451F-A3FC-44CE3F494124}" srcOrd="0" destOrd="0" presId="urn:microsoft.com/office/officeart/2008/layout/HorizontalMultiLevelHierarchy"/>
    <dgm:cxn modelId="{D8E7AD7B-A35C-4289-B36C-0A52E98F89E9}" type="presOf" srcId="{10CB053F-7510-4166-BF34-3F945F962381}" destId="{E7E0E373-FC89-43F0-97A3-3F513358C4F6}" srcOrd="0" destOrd="0" presId="urn:microsoft.com/office/officeart/2008/layout/HorizontalMultiLevelHierarchy"/>
    <dgm:cxn modelId="{013F8B1E-BF0B-4467-882C-C88071332D26}" type="presOf" srcId="{B229963E-F87A-44C8-88E3-4720A17F416D}" destId="{39023EF7-D558-44C1-8DB9-A3C295A094A0}" srcOrd="0" destOrd="0" presId="urn:microsoft.com/office/officeart/2008/layout/HorizontalMultiLevelHierarchy"/>
    <dgm:cxn modelId="{7C2E9E66-9319-4AEF-B4FA-2B40FE26B226}" type="presOf" srcId="{CD92C1C1-1B51-4F58-B89E-CD04D712E816}" destId="{598DF28E-8F66-4998-8AD7-78FC8E9290A9}" srcOrd="0" destOrd="0" presId="urn:microsoft.com/office/officeart/2008/layout/HorizontalMultiLevelHierarchy"/>
    <dgm:cxn modelId="{614A06FE-DA96-4848-843E-1FDB88FA3326}" type="presOf" srcId="{16E680EB-DFE6-4BB8-923A-6B1398B18C98}" destId="{7787A81A-4CCB-4444-97E0-ABAC5F257F2E}" srcOrd="0" destOrd="0" presId="urn:microsoft.com/office/officeart/2008/layout/HorizontalMultiLevelHierarchy"/>
    <dgm:cxn modelId="{A3662FA8-CBEE-477C-A90E-FBC7BBEC53A1}" srcId="{10CB053F-7510-4166-BF34-3F945F962381}" destId="{C24572D4-2AF7-4E12-AAC1-43A2657EA25E}" srcOrd="0" destOrd="0" parTransId="{D64EA642-DE65-4B8F-8A72-2EA1EBBA77C7}" sibTransId="{3779565C-EB38-42FC-A6AF-6CD60E9680BD}"/>
    <dgm:cxn modelId="{A1ED31BD-BD0C-4783-8F07-0614130B6169}" type="presOf" srcId="{1B25F3C9-C9D8-4B3F-B365-B9059801387B}" destId="{1787896F-B781-4233-8B5F-6C2E73773D82}" srcOrd="1" destOrd="0" presId="urn:microsoft.com/office/officeart/2008/layout/HorizontalMultiLevelHierarchy"/>
    <dgm:cxn modelId="{71142CD9-CC8C-4D5D-944C-209B19888747}" srcId="{10CB053F-7510-4166-BF34-3F945F962381}" destId="{738817FF-A92C-4453-9CA5-4BCAC5C10972}" srcOrd="4" destOrd="0" parTransId="{8C6996F0-12E1-4F40-97F1-F8C4AB6147EC}" sibTransId="{40A0BCBE-3E0D-4DAC-92EF-004BF603ECAA}"/>
    <dgm:cxn modelId="{D9AF5150-9555-4DA3-B923-83C1F387620A}" type="presOf" srcId="{C24572D4-2AF7-4E12-AAC1-43A2657EA25E}" destId="{46CE6C29-E524-4037-A8FD-96536F09A02D}" srcOrd="0" destOrd="0" presId="urn:microsoft.com/office/officeart/2008/layout/HorizontalMultiLevelHierarchy"/>
    <dgm:cxn modelId="{2141756F-C298-4C8A-A819-8411CA15407C}" srcId="{10CB053F-7510-4166-BF34-3F945F962381}" destId="{77C26E90-73C9-472F-8C5D-91E09C693BF9}" srcOrd="2" destOrd="0" parTransId="{1B25F3C9-C9D8-4B3F-B365-B9059801387B}" sibTransId="{E1AA95DD-CB7D-446C-8C4C-FA020C9FFA8A}"/>
    <dgm:cxn modelId="{5985C65E-EFC6-4DE5-9DE7-C69C4BFADD94}" type="presOf" srcId="{8C6996F0-12E1-4F40-97F1-F8C4AB6147EC}" destId="{0C6F613A-FFF4-422D-A4C0-A3DA7C8316CE}" srcOrd="1" destOrd="0" presId="urn:microsoft.com/office/officeart/2008/layout/HorizontalMultiLevelHierarchy"/>
    <dgm:cxn modelId="{C1A05CD8-370D-4D2E-9514-BB954D8F03C3}" type="presOf" srcId="{77C26E90-73C9-472F-8C5D-91E09C693BF9}" destId="{95D71336-37F3-448D-9C3C-82768909675C}" srcOrd="0" destOrd="0" presId="urn:microsoft.com/office/officeart/2008/layout/HorizontalMultiLevelHierarchy"/>
    <dgm:cxn modelId="{CD67A0A1-549A-4982-AF10-7D92F926B467}" srcId="{73EAB180-1172-4F9B-B925-AC77D22BAA05}" destId="{10CB053F-7510-4166-BF34-3F945F962381}" srcOrd="0" destOrd="0" parTransId="{EFC57084-5F2C-47B8-BDC2-D0A63856BCC2}" sibTransId="{A02D4FC4-35E6-4702-AA05-BEC124901505}"/>
    <dgm:cxn modelId="{8936292A-5D9B-4F75-977D-F1010EAC0D9F}" type="presOf" srcId="{1B25F3C9-C9D8-4B3F-B365-B9059801387B}" destId="{269F22D0-8C88-4AE2-A101-E79A5327B535}" srcOrd="0" destOrd="0" presId="urn:microsoft.com/office/officeart/2008/layout/HorizontalMultiLevelHierarchy"/>
    <dgm:cxn modelId="{57A70D07-8FD1-48F0-8A8F-EAD6CFE84398}" srcId="{10CB053F-7510-4166-BF34-3F945F962381}" destId="{EB15F887-9BA1-4D96-9C75-6570FD7F2F22}" srcOrd="1" destOrd="0" parTransId="{B229963E-F87A-44C8-88E3-4720A17F416D}" sibTransId="{0D0C9018-4518-4A3C-9B67-F205B3D40B76}"/>
    <dgm:cxn modelId="{98E94C44-E89F-47F1-8086-7FB2EA35D8F7}" srcId="{10CB053F-7510-4166-BF34-3F945F962381}" destId="{16E680EB-DFE6-4BB8-923A-6B1398B18C98}" srcOrd="3" destOrd="0" parTransId="{CD92C1C1-1B51-4F58-B89E-CD04D712E816}" sibTransId="{15F532A2-A24B-4671-8033-DB8DB83F738A}"/>
    <dgm:cxn modelId="{40E09D4C-D5D7-4A7D-A37B-AECF8E859B16}" type="presOf" srcId="{D64EA642-DE65-4B8F-8A72-2EA1EBBA77C7}" destId="{3628997C-3C64-4EDF-92C5-BA64F144DD6C}" srcOrd="0" destOrd="0" presId="urn:microsoft.com/office/officeart/2008/layout/HorizontalMultiLevelHierarchy"/>
    <dgm:cxn modelId="{126F6664-3092-487C-85D1-8851C7870099}" type="presParOf" srcId="{B52496E8-F438-4DF9-9AAF-338B35AC23FF}" destId="{5F9A8BB7-E4B2-499C-96A2-898D07C56EBB}" srcOrd="0" destOrd="0" presId="urn:microsoft.com/office/officeart/2008/layout/HorizontalMultiLevelHierarchy"/>
    <dgm:cxn modelId="{827B2F09-AF78-47ED-848C-A0E5E6692733}" type="presParOf" srcId="{5F9A8BB7-E4B2-499C-96A2-898D07C56EBB}" destId="{E7E0E373-FC89-43F0-97A3-3F513358C4F6}" srcOrd="0" destOrd="0" presId="urn:microsoft.com/office/officeart/2008/layout/HorizontalMultiLevelHierarchy"/>
    <dgm:cxn modelId="{A7B834CF-7EE9-48A1-9C43-AE83FF6DF21B}" type="presParOf" srcId="{5F9A8BB7-E4B2-499C-96A2-898D07C56EBB}" destId="{302BA992-21C6-4816-BC8E-CF0289B96BFC}" srcOrd="1" destOrd="0" presId="urn:microsoft.com/office/officeart/2008/layout/HorizontalMultiLevelHierarchy"/>
    <dgm:cxn modelId="{60DDA0E8-6DF7-4898-AF2F-3057BDBA19ED}" type="presParOf" srcId="{302BA992-21C6-4816-BC8E-CF0289B96BFC}" destId="{3628997C-3C64-4EDF-92C5-BA64F144DD6C}" srcOrd="0" destOrd="0" presId="urn:microsoft.com/office/officeart/2008/layout/HorizontalMultiLevelHierarchy"/>
    <dgm:cxn modelId="{954F548C-70D9-44E2-B455-10916F9E154B}" type="presParOf" srcId="{3628997C-3C64-4EDF-92C5-BA64F144DD6C}" destId="{136BAE7B-711C-40BB-B85F-B728A8B50A9D}" srcOrd="0" destOrd="0" presId="urn:microsoft.com/office/officeart/2008/layout/HorizontalMultiLevelHierarchy"/>
    <dgm:cxn modelId="{A24C428E-463F-4A4D-ABE5-0BAEF0A3E9B0}" type="presParOf" srcId="{302BA992-21C6-4816-BC8E-CF0289B96BFC}" destId="{A5EB8035-F975-449D-9B73-F85ADC460023}" srcOrd="1" destOrd="0" presId="urn:microsoft.com/office/officeart/2008/layout/HorizontalMultiLevelHierarchy"/>
    <dgm:cxn modelId="{944ECD25-B8DA-45E9-8C26-C716F5C9C610}" type="presParOf" srcId="{A5EB8035-F975-449D-9B73-F85ADC460023}" destId="{46CE6C29-E524-4037-A8FD-96536F09A02D}" srcOrd="0" destOrd="0" presId="urn:microsoft.com/office/officeart/2008/layout/HorizontalMultiLevelHierarchy"/>
    <dgm:cxn modelId="{64A1B2D3-8612-4736-B7DA-D4AC1CA02E29}" type="presParOf" srcId="{A5EB8035-F975-449D-9B73-F85ADC460023}" destId="{D2C464F3-0BC1-4295-8C59-DC0929B6961B}" srcOrd="1" destOrd="0" presId="urn:microsoft.com/office/officeart/2008/layout/HorizontalMultiLevelHierarchy"/>
    <dgm:cxn modelId="{EDB2D9EB-1349-4DBD-AD68-21AD0589EC9D}" type="presParOf" srcId="{302BA992-21C6-4816-BC8E-CF0289B96BFC}" destId="{39023EF7-D558-44C1-8DB9-A3C295A094A0}" srcOrd="2" destOrd="0" presId="urn:microsoft.com/office/officeart/2008/layout/HorizontalMultiLevelHierarchy"/>
    <dgm:cxn modelId="{3D86101A-36D0-46B3-B588-98A91F8FB3A2}" type="presParOf" srcId="{39023EF7-D558-44C1-8DB9-A3C295A094A0}" destId="{53F8CE57-3819-4D09-BEB0-543E8D1FB928}" srcOrd="0" destOrd="0" presId="urn:microsoft.com/office/officeart/2008/layout/HorizontalMultiLevelHierarchy"/>
    <dgm:cxn modelId="{336D01BB-2888-44FD-9870-45FDE196C9E2}" type="presParOf" srcId="{302BA992-21C6-4816-BC8E-CF0289B96BFC}" destId="{6B4B64AE-44BD-4427-8301-6BB785F797A2}" srcOrd="3" destOrd="0" presId="urn:microsoft.com/office/officeart/2008/layout/HorizontalMultiLevelHierarchy"/>
    <dgm:cxn modelId="{659365BC-BB1B-4FD9-8F15-2ECBA1E26895}" type="presParOf" srcId="{6B4B64AE-44BD-4427-8301-6BB785F797A2}" destId="{7F7D0FCF-5094-451F-A3FC-44CE3F494124}" srcOrd="0" destOrd="0" presId="urn:microsoft.com/office/officeart/2008/layout/HorizontalMultiLevelHierarchy"/>
    <dgm:cxn modelId="{D1C02FAF-6FB4-4BF0-9105-54DD3DC0BB1A}" type="presParOf" srcId="{6B4B64AE-44BD-4427-8301-6BB785F797A2}" destId="{47E9A4B1-A232-483C-A0F0-1DD308E177FE}" srcOrd="1" destOrd="0" presId="urn:microsoft.com/office/officeart/2008/layout/HorizontalMultiLevelHierarchy"/>
    <dgm:cxn modelId="{975507EA-7543-4D98-ABB2-BCC1450D06FA}" type="presParOf" srcId="{302BA992-21C6-4816-BC8E-CF0289B96BFC}" destId="{269F22D0-8C88-4AE2-A101-E79A5327B535}" srcOrd="4" destOrd="0" presId="urn:microsoft.com/office/officeart/2008/layout/HorizontalMultiLevelHierarchy"/>
    <dgm:cxn modelId="{C79DBABA-50CF-4F9E-9147-7E47723B70AC}" type="presParOf" srcId="{269F22D0-8C88-4AE2-A101-E79A5327B535}" destId="{1787896F-B781-4233-8B5F-6C2E73773D82}" srcOrd="0" destOrd="0" presId="urn:microsoft.com/office/officeart/2008/layout/HorizontalMultiLevelHierarchy"/>
    <dgm:cxn modelId="{706FE4B5-5048-4E3F-A06F-0686CC9E5C14}" type="presParOf" srcId="{302BA992-21C6-4816-BC8E-CF0289B96BFC}" destId="{76D9C401-40F5-4076-8C31-7E9E14D157F8}" srcOrd="5" destOrd="0" presId="urn:microsoft.com/office/officeart/2008/layout/HorizontalMultiLevelHierarchy"/>
    <dgm:cxn modelId="{D6FC1355-8116-4864-9902-7CF1E9165BA8}" type="presParOf" srcId="{76D9C401-40F5-4076-8C31-7E9E14D157F8}" destId="{95D71336-37F3-448D-9C3C-82768909675C}" srcOrd="0" destOrd="0" presId="urn:microsoft.com/office/officeart/2008/layout/HorizontalMultiLevelHierarchy"/>
    <dgm:cxn modelId="{F674F7B8-82C7-4220-AAB2-F2E7A0271418}" type="presParOf" srcId="{76D9C401-40F5-4076-8C31-7E9E14D157F8}" destId="{BE6DA574-6E05-4525-B1BB-DE4286CF990F}" srcOrd="1" destOrd="0" presId="urn:microsoft.com/office/officeart/2008/layout/HorizontalMultiLevelHierarchy"/>
    <dgm:cxn modelId="{79A24407-0532-4974-B039-B0B84B255DCF}" type="presParOf" srcId="{302BA992-21C6-4816-BC8E-CF0289B96BFC}" destId="{598DF28E-8F66-4998-8AD7-78FC8E9290A9}" srcOrd="6" destOrd="0" presId="urn:microsoft.com/office/officeart/2008/layout/HorizontalMultiLevelHierarchy"/>
    <dgm:cxn modelId="{E9A3269C-E692-4071-98FF-70EC6547A39F}" type="presParOf" srcId="{598DF28E-8F66-4998-8AD7-78FC8E9290A9}" destId="{D199BE22-000E-439E-B10D-935867540746}" srcOrd="0" destOrd="0" presId="urn:microsoft.com/office/officeart/2008/layout/HorizontalMultiLevelHierarchy"/>
    <dgm:cxn modelId="{26824E70-25AA-4962-9299-1BB54C2056AF}" type="presParOf" srcId="{302BA992-21C6-4816-BC8E-CF0289B96BFC}" destId="{987B45B4-4472-4CDF-B1D0-3D6D6621608F}" srcOrd="7" destOrd="0" presId="urn:microsoft.com/office/officeart/2008/layout/HorizontalMultiLevelHierarchy"/>
    <dgm:cxn modelId="{A2ECD976-1134-44F1-807F-B6C20258B0E7}" type="presParOf" srcId="{987B45B4-4472-4CDF-B1D0-3D6D6621608F}" destId="{7787A81A-4CCB-4444-97E0-ABAC5F257F2E}" srcOrd="0" destOrd="0" presId="urn:microsoft.com/office/officeart/2008/layout/HorizontalMultiLevelHierarchy"/>
    <dgm:cxn modelId="{82C72FD7-4706-4EB9-8A25-D45A9B537536}" type="presParOf" srcId="{987B45B4-4472-4CDF-B1D0-3D6D6621608F}" destId="{5914D241-6B91-461A-ABCA-74722CA4983D}" srcOrd="1" destOrd="0" presId="urn:microsoft.com/office/officeart/2008/layout/HorizontalMultiLevelHierarchy"/>
    <dgm:cxn modelId="{C5CAEE90-8E18-4EBD-B2B1-BA692AC9CE4D}" type="presParOf" srcId="{302BA992-21C6-4816-BC8E-CF0289B96BFC}" destId="{80B12E08-9430-4701-BB10-76EAD6B5D05C}" srcOrd="8" destOrd="0" presId="urn:microsoft.com/office/officeart/2008/layout/HorizontalMultiLevelHierarchy"/>
    <dgm:cxn modelId="{B94B11D0-4ACF-44F8-BE99-D0FE4A7C64DB}" type="presParOf" srcId="{80B12E08-9430-4701-BB10-76EAD6B5D05C}" destId="{0C6F613A-FFF4-422D-A4C0-A3DA7C8316CE}" srcOrd="0" destOrd="0" presId="urn:microsoft.com/office/officeart/2008/layout/HorizontalMultiLevelHierarchy"/>
    <dgm:cxn modelId="{171C8F24-2E5F-4167-BFF1-2CD6759CE08A}" type="presParOf" srcId="{302BA992-21C6-4816-BC8E-CF0289B96BFC}" destId="{1B6CDE85-046F-49B5-A043-CCBEEA83907E}" srcOrd="9" destOrd="0" presId="urn:microsoft.com/office/officeart/2008/layout/HorizontalMultiLevelHierarchy"/>
    <dgm:cxn modelId="{335C32E6-865D-48D5-A832-59A82E237814}" type="presParOf" srcId="{1B6CDE85-046F-49B5-A043-CCBEEA83907E}" destId="{28CED81F-BF32-45F5-BBDD-FF3843AF1591}" srcOrd="0" destOrd="0" presId="urn:microsoft.com/office/officeart/2008/layout/HorizontalMultiLevelHierarchy"/>
    <dgm:cxn modelId="{E45D7D5F-A2BA-4946-A1DB-FFDB1AC0BED9}" type="presParOf" srcId="{1B6CDE85-046F-49B5-A043-CCBEEA83907E}" destId="{CE0CADA4-8DA0-49D6-A310-CF5B94C541F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D0D6B-BEAF-4D91-9114-18CF48F63B25}">
      <dsp:nvSpPr>
        <dsp:cNvPr id="0" name=""/>
        <dsp:cNvSpPr/>
      </dsp:nvSpPr>
      <dsp:spPr>
        <a:xfrm>
          <a:off x="2061330" y="358896"/>
          <a:ext cx="4683525" cy="4683525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уметь</a:t>
          </a:r>
          <a:endParaRPr lang="ru-RU" sz="4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07719" y="1223118"/>
        <a:ext cx="1589053" cy="1561175"/>
      </dsp:txXfrm>
    </dsp:sp>
    <dsp:sp modelId="{9ABF8B92-BF54-4127-B4C6-DE394F8EB031}">
      <dsp:nvSpPr>
        <dsp:cNvPr id="0" name=""/>
        <dsp:cNvSpPr/>
      </dsp:nvSpPr>
      <dsp:spPr>
        <a:xfrm>
          <a:off x="1659612" y="463371"/>
          <a:ext cx="5004113" cy="4753357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иметь право</a:t>
          </a:r>
          <a:endParaRPr lang="ru-RU" sz="4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29786" y="3462513"/>
        <a:ext cx="2263765" cy="1471277"/>
      </dsp:txXfrm>
    </dsp:sp>
    <dsp:sp modelId="{73992691-40BC-4BDE-97B8-940603043751}">
      <dsp:nvSpPr>
        <dsp:cNvPr id="0" name=""/>
        <dsp:cNvSpPr/>
      </dsp:nvSpPr>
      <dsp:spPr>
        <a:xfrm>
          <a:off x="1819906" y="498287"/>
          <a:ext cx="4683525" cy="4683525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знать</a:t>
          </a:r>
          <a:endParaRPr lang="ru-RU" sz="4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21712" y="1418265"/>
        <a:ext cx="1589053" cy="15611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205BF-515A-49AA-9F20-2C482648A83D}">
      <dsp:nvSpPr>
        <dsp:cNvPr id="0" name=""/>
        <dsp:cNvSpPr/>
      </dsp:nvSpPr>
      <dsp:spPr>
        <a:xfrm>
          <a:off x="0" y="1323214"/>
          <a:ext cx="833413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1EE5C-A223-4791-BD95-394A89B209DA}">
      <dsp:nvSpPr>
        <dsp:cNvPr id="0" name=""/>
        <dsp:cNvSpPr/>
      </dsp:nvSpPr>
      <dsp:spPr>
        <a:xfrm>
          <a:off x="416706" y="909934"/>
          <a:ext cx="5833891" cy="8265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0507" tIns="0" rIns="220507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Прямота и правдивость</a:t>
          </a:r>
          <a:endParaRPr lang="ru-RU" sz="2800" kern="1200" dirty="0">
            <a:solidFill>
              <a:schemeClr val="tx1"/>
            </a:solidFill>
          </a:endParaRPr>
        </a:p>
      </dsp:txBody>
      <dsp:txXfrm>
        <a:off x="457055" y="950283"/>
        <a:ext cx="5753193" cy="745862"/>
      </dsp:txXfrm>
    </dsp:sp>
    <dsp:sp modelId="{97329A65-BF71-44A1-AE61-3C368629D8BC}">
      <dsp:nvSpPr>
        <dsp:cNvPr id="0" name=""/>
        <dsp:cNvSpPr/>
      </dsp:nvSpPr>
      <dsp:spPr>
        <a:xfrm>
          <a:off x="0" y="2593294"/>
          <a:ext cx="833413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DA898-1900-4087-ACB9-5C5F42BA7AE6}">
      <dsp:nvSpPr>
        <dsp:cNvPr id="0" name=""/>
        <dsp:cNvSpPr/>
      </dsp:nvSpPr>
      <dsp:spPr>
        <a:xfrm>
          <a:off x="416706" y="2180014"/>
          <a:ext cx="5833891" cy="8265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0507" tIns="0" rIns="220507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Благоразумие оратора</a:t>
          </a:r>
          <a:endParaRPr lang="ru-RU" sz="2800" kern="1200" dirty="0">
            <a:solidFill>
              <a:schemeClr val="tx1"/>
            </a:solidFill>
          </a:endParaRPr>
        </a:p>
      </dsp:txBody>
      <dsp:txXfrm>
        <a:off x="457055" y="2220363"/>
        <a:ext cx="5753193" cy="745862"/>
      </dsp:txXfrm>
    </dsp:sp>
    <dsp:sp modelId="{7BF608FA-3427-4596-9AC9-E279AD523679}">
      <dsp:nvSpPr>
        <dsp:cNvPr id="0" name=""/>
        <dsp:cNvSpPr/>
      </dsp:nvSpPr>
      <dsp:spPr>
        <a:xfrm>
          <a:off x="0" y="3863375"/>
          <a:ext cx="833413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C5456-2FA9-400D-A09C-9FD1D9259F4D}">
      <dsp:nvSpPr>
        <dsp:cNvPr id="0" name=""/>
        <dsp:cNvSpPr/>
      </dsp:nvSpPr>
      <dsp:spPr>
        <a:xfrm>
          <a:off x="416706" y="3450095"/>
          <a:ext cx="5833891" cy="8265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0507" tIns="0" rIns="220507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Пределы правил здоровой морали</a:t>
          </a:r>
          <a:endParaRPr lang="ru-RU" sz="2800" kern="1200" dirty="0">
            <a:solidFill>
              <a:schemeClr val="tx1"/>
            </a:solidFill>
          </a:endParaRPr>
        </a:p>
      </dsp:txBody>
      <dsp:txXfrm>
        <a:off x="457055" y="3490444"/>
        <a:ext cx="5753193" cy="745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EF273-6748-4229-8210-081682043603}">
      <dsp:nvSpPr>
        <dsp:cNvPr id="0" name=""/>
        <dsp:cNvSpPr/>
      </dsp:nvSpPr>
      <dsp:spPr>
        <a:xfrm>
          <a:off x="-6725638" y="-1023162"/>
          <a:ext cx="7963547" cy="7963547"/>
        </a:xfrm>
        <a:prstGeom prst="blockArc">
          <a:avLst>
            <a:gd name="adj1" fmla="val 18900000"/>
            <a:gd name="adj2" fmla="val 2700000"/>
            <a:gd name="adj3" fmla="val 271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77827-B28D-4F84-9840-CB3497F9BFEC}">
      <dsp:nvSpPr>
        <dsp:cNvPr id="0" name=""/>
        <dsp:cNvSpPr/>
      </dsp:nvSpPr>
      <dsp:spPr>
        <a:xfrm>
          <a:off x="521186" y="462016"/>
          <a:ext cx="10937272" cy="555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287" tIns="71120" rIns="71120" bIns="7112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Строгая процессуальная </a:t>
          </a:r>
          <a:r>
            <a:rPr lang="ru-RU" sz="28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регламентированность</a:t>
          </a:r>
          <a:endParaRPr lang="ru-RU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1186" y="462016"/>
        <a:ext cx="10937272" cy="555272"/>
      </dsp:txXfrm>
    </dsp:sp>
    <dsp:sp modelId="{6AE16122-CA47-4893-8A04-30787C18A9FC}">
      <dsp:nvSpPr>
        <dsp:cNvPr id="0" name=""/>
        <dsp:cNvSpPr/>
      </dsp:nvSpPr>
      <dsp:spPr>
        <a:xfrm>
          <a:off x="58755" y="277221"/>
          <a:ext cx="924861" cy="9248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E219E-BC9E-4EDD-B152-6C22114D1B8E}">
      <dsp:nvSpPr>
        <dsp:cNvPr id="0" name=""/>
        <dsp:cNvSpPr/>
      </dsp:nvSpPr>
      <dsp:spPr>
        <a:xfrm>
          <a:off x="1051370" y="1558030"/>
          <a:ext cx="10407089" cy="582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287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Состязательный характер</a:t>
          </a:r>
          <a:endParaRPr lang="ru-RU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1370" y="1558030"/>
        <a:ext cx="10407089" cy="582204"/>
      </dsp:txXfrm>
    </dsp:sp>
    <dsp:sp modelId="{1E9652F4-BD5D-4408-A020-7C4607D83556}">
      <dsp:nvSpPr>
        <dsp:cNvPr id="0" name=""/>
        <dsp:cNvSpPr/>
      </dsp:nvSpPr>
      <dsp:spPr>
        <a:xfrm>
          <a:off x="588939" y="1386701"/>
          <a:ext cx="924861" cy="9248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BC3BC-3DED-479A-8B10-0C509C558C1B}">
      <dsp:nvSpPr>
        <dsp:cNvPr id="0" name=""/>
        <dsp:cNvSpPr/>
      </dsp:nvSpPr>
      <dsp:spPr>
        <a:xfrm>
          <a:off x="1144893" y="2637998"/>
          <a:ext cx="10382767" cy="6412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287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Специфическая аудитория</a:t>
          </a:r>
          <a:endParaRPr lang="ru-RU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44893" y="2637998"/>
        <a:ext cx="10382767" cy="641225"/>
      </dsp:txXfrm>
    </dsp:sp>
    <dsp:sp modelId="{A67A38DF-5E46-4C60-9FF5-2FF7F3AEDF42}">
      <dsp:nvSpPr>
        <dsp:cNvPr id="0" name=""/>
        <dsp:cNvSpPr/>
      </dsp:nvSpPr>
      <dsp:spPr>
        <a:xfrm>
          <a:off x="751662" y="2496180"/>
          <a:ext cx="924861" cy="9248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0543F-BC04-424A-9FFC-1AF9F6490A5C}">
      <dsp:nvSpPr>
        <dsp:cNvPr id="0" name=""/>
        <dsp:cNvSpPr/>
      </dsp:nvSpPr>
      <dsp:spPr>
        <a:xfrm>
          <a:off x="1170426" y="3765490"/>
          <a:ext cx="10407089" cy="572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287" tIns="71120" rIns="71120" bIns="7112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Предмет и материал</a:t>
          </a:r>
          <a:endParaRPr lang="ru-RU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70426" y="3765490"/>
        <a:ext cx="10407089" cy="572511"/>
      </dsp:txXfrm>
    </dsp:sp>
    <dsp:sp modelId="{16EF18E0-B551-42E1-9728-3E15CDB3C8AC}">
      <dsp:nvSpPr>
        <dsp:cNvPr id="0" name=""/>
        <dsp:cNvSpPr/>
      </dsp:nvSpPr>
      <dsp:spPr>
        <a:xfrm>
          <a:off x="667589" y="3584018"/>
          <a:ext cx="924861" cy="9248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FC4E0-4906-4ED9-A8FB-3D9E85F24DA1}">
      <dsp:nvSpPr>
        <dsp:cNvPr id="0" name=""/>
        <dsp:cNvSpPr/>
      </dsp:nvSpPr>
      <dsp:spPr>
        <a:xfrm>
          <a:off x="521186" y="4807625"/>
          <a:ext cx="10937272" cy="7398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287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Язык и стиль</a:t>
          </a:r>
          <a:endParaRPr lang="ru-RU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1186" y="4807625"/>
        <a:ext cx="10937272" cy="739889"/>
      </dsp:txXfrm>
    </dsp:sp>
    <dsp:sp modelId="{B1F82045-D10D-4B18-AE89-FF4B6B435AA6}">
      <dsp:nvSpPr>
        <dsp:cNvPr id="0" name=""/>
        <dsp:cNvSpPr/>
      </dsp:nvSpPr>
      <dsp:spPr>
        <a:xfrm>
          <a:off x="58755" y="4715139"/>
          <a:ext cx="924861" cy="9248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54F1A-2BAA-4E98-BF58-C8AFFAA23221}">
      <dsp:nvSpPr>
        <dsp:cNvPr id="0" name=""/>
        <dsp:cNvSpPr/>
      </dsp:nvSpPr>
      <dsp:spPr>
        <a:xfrm>
          <a:off x="3948027" y="1295422"/>
          <a:ext cx="3238496" cy="32384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22294" y="1769689"/>
        <a:ext cx="2289962" cy="2289962"/>
      </dsp:txXfrm>
    </dsp:sp>
    <dsp:sp modelId="{775865A8-1322-43A3-B3D1-BD7520EBAAF1}">
      <dsp:nvSpPr>
        <dsp:cNvPr id="0" name=""/>
        <dsp:cNvSpPr/>
      </dsp:nvSpPr>
      <dsp:spPr>
        <a:xfrm>
          <a:off x="4652881" y="121881"/>
          <a:ext cx="1957136" cy="10112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Ясность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39497" y="269978"/>
        <a:ext cx="1383904" cy="715075"/>
      </dsp:txXfrm>
    </dsp:sp>
    <dsp:sp modelId="{6A707F58-F8A4-4DD3-89ED-6D0EE62FC077}">
      <dsp:nvSpPr>
        <dsp:cNvPr id="0" name=""/>
        <dsp:cNvSpPr/>
      </dsp:nvSpPr>
      <dsp:spPr>
        <a:xfrm>
          <a:off x="6856562" y="320589"/>
          <a:ext cx="2395078" cy="11796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Точность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07313" y="493350"/>
        <a:ext cx="1693576" cy="834165"/>
      </dsp:txXfrm>
    </dsp:sp>
    <dsp:sp modelId="{C6814F8D-CD06-4EEB-8DBB-6A09F4C178DB}">
      <dsp:nvSpPr>
        <dsp:cNvPr id="0" name=""/>
        <dsp:cNvSpPr/>
      </dsp:nvSpPr>
      <dsp:spPr>
        <a:xfrm>
          <a:off x="7260871" y="1757726"/>
          <a:ext cx="2985391" cy="11686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Правильность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98071" y="1928865"/>
        <a:ext cx="2110991" cy="826333"/>
      </dsp:txXfrm>
    </dsp:sp>
    <dsp:sp modelId="{FCD8FD5F-8950-4BA5-AD5B-991CA81720DD}">
      <dsp:nvSpPr>
        <dsp:cNvPr id="0" name=""/>
        <dsp:cNvSpPr/>
      </dsp:nvSpPr>
      <dsp:spPr>
        <a:xfrm>
          <a:off x="7108159" y="3176092"/>
          <a:ext cx="3030455" cy="12187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Лаконичность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51959" y="3354577"/>
        <a:ext cx="2142855" cy="861805"/>
      </dsp:txXfrm>
    </dsp:sp>
    <dsp:sp modelId="{D1E75F23-0C16-4B23-BD1F-6971C2D3FAE6}">
      <dsp:nvSpPr>
        <dsp:cNvPr id="0" name=""/>
        <dsp:cNvSpPr/>
      </dsp:nvSpPr>
      <dsp:spPr>
        <a:xfrm>
          <a:off x="1519345" y="3313363"/>
          <a:ext cx="2288612" cy="1148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Богатство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54504" y="3481502"/>
        <a:ext cx="1618294" cy="811849"/>
      </dsp:txXfrm>
    </dsp:sp>
    <dsp:sp modelId="{BAA99479-1CA5-4945-9267-12E9EFDFC131}">
      <dsp:nvSpPr>
        <dsp:cNvPr id="0" name=""/>
        <dsp:cNvSpPr/>
      </dsp:nvSpPr>
      <dsp:spPr>
        <a:xfrm>
          <a:off x="5253164" y="4615441"/>
          <a:ext cx="3614890" cy="11619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Индивидуальность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2552" y="4785603"/>
        <a:ext cx="2556114" cy="821616"/>
      </dsp:txXfrm>
    </dsp:sp>
    <dsp:sp modelId="{DFCB3229-F346-4238-91AA-7FAE192A4DE2}">
      <dsp:nvSpPr>
        <dsp:cNvPr id="0" name=""/>
        <dsp:cNvSpPr/>
      </dsp:nvSpPr>
      <dsp:spPr>
        <a:xfrm>
          <a:off x="1486947" y="4632837"/>
          <a:ext cx="3489479" cy="114454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Выразительность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97969" y="4800452"/>
        <a:ext cx="2467435" cy="809319"/>
      </dsp:txXfrm>
    </dsp:sp>
    <dsp:sp modelId="{437137EF-A401-40E9-A22C-095DE3F68B76}">
      <dsp:nvSpPr>
        <dsp:cNvPr id="0" name=""/>
        <dsp:cNvSpPr/>
      </dsp:nvSpPr>
      <dsp:spPr>
        <a:xfrm>
          <a:off x="1168950" y="1757726"/>
          <a:ext cx="2288548" cy="126479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Логичность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04100" y="1942951"/>
        <a:ext cx="1618248" cy="894344"/>
      </dsp:txXfrm>
    </dsp:sp>
    <dsp:sp modelId="{93E03A46-2A24-4270-9BEE-4BC6A9809354}">
      <dsp:nvSpPr>
        <dsp:cNvPr id="0" name=""/>
        <dsp:cNvSpPr/>
      </dsp:nvSpPr>
      <dsp:spPr>
        <a:xfrm>
          <a:off x="2005940" y="431865"/>
          <a:ext cx="2486047" cy="120365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Уместность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0013" y="608136"/>
        <a:ext cx="1757901" cy="8511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12E08-9430-4701-BB10-76EAD6B5D05C}">
      <dsp:nvSpPr>
        <dsp:cNvPr id="0" name=""/>
        <dsp:cNvSpPr/>
      </dsp:nvSpPr>
      <dsp:spPr>
        <a:xfrm>
          <a:off x="1846701" y="2355293"/>
          <a:ext cx="514380" cy="1960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7190" y="0"/>
              </a:lnTo>
              <a:lnTo>
                <a:pt x="257190" y="1960291"/>
              </a:lnTo>
              <a:lnTo>
                <a:pt x="514380" y="19602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3225" y="3284772"/>
        <a:ext cx="101332" cy="101332"/>
      </dsp:txXfrm>
    </dsp:sp>
    <dsp:sp modelId="{598DF28E-8F66-4998-8AD7-78FC8E9290A9}">
      <dsp:nvSpPr>
        <dsp:cNvPr id="0" name=""/>
        <dsp:cNvSpPr/>
      </dsp:nvSpPr>
      <dsp:spPr>
        <a:xfrm>
          <a:off x="1846701" y="2355293"/>
          <a:ext cx="514380" cy="980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7190" y="0"/>
              </a:lnTo>
              <a:lnTo>
                <a:pt x="257190" y="980145"/>
              </a:lnTo>
              <a:lnTo>
                <a:pt x="514380" y="98014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76218" y="2817692"/>
        <a:ext cx="55346" cy="55346"/>
      </dsp:txXfrm>
    </dsp:sp>
    <dsp:sp modelId="{269F22D0-8C88-4AE2-A101-E79A5327B535}">
      <dsp:nvSpPr>
        <dsp:cNvPr id="0" name=""/>
        <dsp:cNvSpPr/>
      </dsp:nvSpPr>
      <dsp:spPr>
        <a:xfrm>
          <a:off x="1846701" y="2309573"/>
          <a:ext cx="5143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4380" y="4572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1031" y="2342433"/>
        <a:ext cx="25719" cy="25719"/>
      </dsp:txXfrm>
    </dsp:sp>
    <dsp:sp modelId="{39023EF7-D558-44C1-8DB9-A3C295A094A0}">
      <dsp:nvSpPr>
        <dsp:cNvPr id="0" name=""/>
        <dsp:cNvSpPr/>
      </dsp:nvSpPr>
      <dsp:spPr>
        <a:xfrm>
          <a:off x="1846701" y="1411796"/>
          <a:ext cx="526596" cy="943496"/>
        </a:xfrm>
        <a:custGeom>
          <a:avLst/>
          <a:gdLst/>
          <a:ahLst/>
          <a:cxnLst/>
          <a:rect l="0" t="0" r="0" b="0"/>
          <a:pathLst>
            <a:path>
              <a:moveTo>
                <a:pt x="0" y="943496"/>
              </a:moveTo>
              <a:lnTo>
                <a:pt x="263298" y="943496"/>
              </a:lnTo>
              <a:lnTo>
                <a:pt x="263298" y="0"/>
              </a:lnTo>
              <a:lnTo>
                <a:pt x="526596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82987" y="1856532"/>
        <a:ext cx="54025" cy="54025"/>
      </dsp:txXfrm>
    </dsp:sp>
    <dsp:sp modelId="{3628997C-3C64-4EDF-92C5-BA64F144DD6C}">
      <dsp:nvSpPr>
        <dsp:cNvPr id="0" name=""/>
        <dsp:cNvSpPr/>
      </dsp:nvSpPr>
      <dsp:spPr>
        <a:xfrm>
          <a:off x="1846701" y="395001"/>
          <a:ext cx="514380" cy="1960291"/>
        </a:xfrm>
        <a:custGeom>
          <a:avLst/>
          <a:gdLst/>
          <a:ahLst/>
          <a:cxnLst/>
          <a:rect l="0" t="0" r="0" b="0"/>
          <a:pathLst>
            <a:path>
              <a:moveTo>
                <a:pt x="0" y="1960291"/>
              </a:moveTo>
              <a:lnTo>
                <a:pt x="257190" y="1960291"/>
              </a:lnTo>
              <a:lnTo>
                <a:pt x="257190" y="0"/>
              </a:lnTo>
              <a:lnTo>
                <a:pt x="514380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3225" y="1324481"/>
        <a:ext cx="101332" cy="101332"/>
      </dsp:txXfrm>
    </dsp:sp>
    <dsp:sp modelId="{E7E0E373-FC89-43F0-97A3-3F513358C4F6}">
      <dsp:nvSpPr>
        <dsp:cNvPr id="0" name=""/>
        <dsp:cNvSpPr/>
      </dsp:nvSpPr>
      <dsp:spPr>
        <a:xfrm rot="16200000">
          <a:off x="-608821" y="1963234"/>
          <a:ext cx="4126928" cy="78411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Главные задачи функции</a:t>
          </a:r>
          <a:endParaRPr lang="ru-RU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-608821" y="1963234"/>
        <a:ext cx="4126928" cy="784116"/>
      </dsp:txXfrm>
    </dsp:sp>
    <dsp:sp modelId="{46CE6C29-E524-4037-A8FD-96536F09A02D}">
      <dsp:nvSpPr>
        <dsp:cNvPr id="0" name=""/>
        <dsp:cNvSpPr/>
      </dsp:nvSpPr>
      <dsp:spPr>
        <a:xfrm>
          <a:off x="2361081" y="2943"/>
          <a:ext cx="8639996" cy="78411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u="none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Формирование уважения к закону</a:t>
          </a:r>
          <a:endParaRPr lang="ru-RU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1081" y="2943"/>
        <a:ext cx="8639996" cy="784116"/>
      </dsp:txXfrm>
    </dsp:sp>
    <dsp:sp modelId="{7F7D0FCF-5094-451F-A3FC-44CE3F494124}">
      <dsp:nvSpPr>
        <dsp:cNvPr id="0" name=""/>
        <dsp:cNvSpPr/>
      </dsp:nvSpPr>
      <dsp:spPr>
        <a:xfrm>
          <a:off x="2373298" y="1019738"/>
          <a:ext cx="8639996" cy="78411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Профилактика правонарушений</a:t>
          </a:r>
          <a:endParaRPr lang="ru-RU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3298" y="1019738"/>
        <a:ext cx="8639996" cy="784116"/>
      </dsp:txXfrm>
    </dsp:sp>
    <dsp:sp modelId="{95D71336-37F3-448D-9C3C-82768909675C}">
      <dsp:nvSpPr>
        <dsp:cNvPr id="0" name=""/>
        <dsp:cNvSpPr/>
      </dsp:nvSpPr>
      <dsp:spPr>
        <a:xfrm>
          <a:off x="2361081" y="1963234"/>
          <a:ext cx="8639996" cy="78411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Моральное осуждение</a:t>
          </a:r>
          <a:endParaRPr lang="ru-RU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1081" y="1963234"/>
        <a:ext cx="8639996" cy="784116"/>
      </dsp:txXfrm>
    </dsp:sp>
    <dsp:sp modelId="{7787A81A-4CCB-4444-97E0-ABAC5F257F2E}">
      <dsp:nvSpPr>
        <dsp:cNvPr id="0" name=""/>
        <dsp:cNvSpPr/>
      </dsp:nvSpPr>
      <dsp:spPr>
        <a:xfrm>
          <a:off x="2361081" y="2943380"/>
          <a:ext cx="8639996" cy="78411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Правовое просвещение</a:t>
          </a:r>
          <a:endParaRPr lang="ru-RU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1081" y="2943380"/>
        <a:ext cx="8639996" cy="784116"/>
      </dsp:txXfrm>
    </dsp:sp>
    <dsp:sp modelId="{28CED81F-BF32-45F5-BBDD-FF3843AF1591}">
      <dsp:nvSpPr>
        <dsp:cNvPr id="0" name=""/>
        <dsp:cNvSpPr/>
      </dsp:nvSpPr>
      <dsp:spPr>
        <a:xfrm>
          <a:off x="2361081" y="3923526"/>
          <a:ext cx="8639996" cy="78411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Восстановление справедливости</a:t>
          </a:r>
        </a:p>
      </dsp:txBody>
      <dsp:txXfrm>
        <a:off x="2361081" y="3923526"/>
        <a:ext cx="8639996" cy="784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8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53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43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4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69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67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5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35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69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97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97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6988C73-2F79-45B6-B8E4-58E2A856E2C1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19D4E6-4A60-4865-BC15-BE7D4C901DC6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36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4380" y="4960137"/>
            <a:ext cx="7997298" cy="1463040"/>
          </a:xfrm>
        </p:spPr>
        <p:txBody>
          <a:bodyPr>
            <a:no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судебной речи и ее отличие от других видов публичных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выступлений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40629" y="866592"/>
            <a:ext cx="114540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Судебная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речь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уникальный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жанр публичного выступления, который кардинально отличается от академических лекций, политических митингов или торжественных речей.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368" y="4201427"/>
            <a:ext cx="4507829" cy="247609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6" name="Прямоугольник 15"/>
          <p:cNvSpPr/>
          <p:nvPr/>
        </p:nvSpPr>
        <p:spPr>
          <a:xfrm>
            <a:off x="405433" y="226190"/>
            <a:ext cx="55622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судебной речи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240629" y="2066921"/>
            <a:ext cx="11646569" cy="487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статус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речь — официальная профессиональная форма выступления, обязательная часть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прений,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произносится в суде и связана с разрешением конкретного дела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факты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 речи ограничен только обстоятельствами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исследованными доказательствами и установленными фактами. Ссылки на непроверенные сведения процессуально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недопустимы</a:t>
            </a:r>
          </a:p>
          <a:p>
            <a:pPr algn="just"/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Конкретный предмет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предмет всегда конкретен: деяние, спор, виновность,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квалификация или размер ущерба.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с решением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судебной речи связано с итогом разбирательства: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 суду сформировать вывод и принять законное,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обоснованное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 справедливое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31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6523" y="274299"/>
            <a:ext cx="1139483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Специфичные характеристики судебного оратора:</a:t>
            </a:r>
          </a:p>
          <a:p>
            <a:endParaRPr lang="ru-RU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выступает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на суде, выполняя свои процессуальные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функции;</a:t>
            </a:r>
          </a:p>
          <a:p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судебный оратор —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обобщающее;</a:t>
            </a:r>
          </a:p>
          <a:p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речи судебного оратора определяется и ограничивается материалами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дела;</a:t>
            </a:r>
          </a:p>
          <a:p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судебный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оратор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обосновывает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свою позицию только нормами права и теми доказательствами, которые исследованы в судебном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разбирательстве;</a:t>
            </a:r>
          </a:p>
          <a:p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оратор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даёт моральную, социальную и т. д. оценку предмету речи.</a:t>
            </a:r>
          </a:p>
        </p:txBody>
      </p:sp>
    </p:spTree>
    <p:extLst>
      <p:ext uri="{BB962C8B-B14F-4D97-AF65-F5344CB8AC3E}">
        <p14:creationId xmlns:p14="http://schemas.microsoft.com/office/powerpoint/2010/main" val="193453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196962498"/>
              </p:ext>
            </p:extLst>
          </p:nvPr>
        </p:nvGraphicFramePr>
        <p:xfrm>
          <a:off x="1803399" y="951661"/>
          <a:ext cx="8404469" cy="5575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379056" y="243775"/>
            <a:ext cx="6722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убедить, необходимо: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93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9056" y="243775"/>
            <a:ext cx="79164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судебному оратору: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392491923"/>
              </p:ext>
            </p:extLst>
          </p:nvPr>
        </p:nvGraphicFramePr>
        <p:xfrm>
          <a:off x="2031999" y="1134209"/>
          <a:ext cx="8334131" cy="5478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597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3653997" y="295101"/>
            <a:ext cx="5281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судебной речи</a:t>
            </a:r>
          </a:p>
        </p:txBody>
      </p:sp>
      <p:graphicFrame>
        <p:nvGraphicFramePr>
          <p:cNvPr id="22" name="Схема 21"/>
          <p:cNvGraphicFramePr/>
          <p:nvPr>
            <p:extLst>
              <p:ext uri="{D42A27DB-BD31-4B8C-83A1-F6EECF244321}">
                <p14:modId xmlns:p14="http://schemas.microsoft.com/office/powerpoint/2010/main" val="2372629951"/>
              </p:ext>
            </p:extLst>
          </p:nvPr>
        </p:nvGraphicFramePr>
        <p:xfrm>
          <a:off x="327269" y="747346"/>
          <a:ext cx="11577516" cy="5917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Прямоугольник 22"/>
          <p:cNvSpPr/>
          <p:nvPr/>
        </p:nvSpPr>
        <p:spPr>
          <a:xfrm>
            <a:off x="596989" y="1001705"/>
            <a:ext cx="45543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</a:t>
            </a:r>
            <a:endParaRPr lang="ru-RU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164715" y="2103729"/>
            <a:ext cx="45543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</a:t>
            </a:r>
            <a:endParaRPr lang="ru-RU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1344197" y="3244292"/>
            <a:ext cx="45543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3</a:t>
            </a:r>
            <a:endParaRPr lang="ru-RU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1257521" y="4279657"/>
            <a:ext cx="36262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4</a:t>
            </a:r>
            <a:endParaRPr lang="ru-RU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96989" y="5481935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</a:t>
            </a:r>
            <a:endParaRPr lang="ru-RU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6199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3617255" y="297797"/>
            <a:ext cx="49174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 убедительности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139086814"/>
              </p:ext>
            </p:extLst>
          </p:nvPr>
        </p:nvGraphicFramePr>
        <p:xfrm>
          <a:off x="481262" y="882572"/>
          <a:ext cx="11133221" cy="5777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7"/>
          <a:srcRect l="29880" t="9243" r="15770" b="9307"/>
          <a:stretch/>
        </p:blipFill>
        <p:spPr>
          <a:xfrm>
            <a:off x="4916903" y="2640296"/>
            <a:ext cx="2261937" cy="2261938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93717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3809173" y="428528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17094" y="428528"/>
            <a:ext cx="114861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Воспитательная функция судебной речи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её способность воздействовать на сознание, мораль и поведение как участников процесса, так и общества в целом. Она превращает судебный процесс из сухой юридической процедуры в урок справедливости и законности.</a:t>
            </a: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5324210"/>
              </p:ext>
            </p:extLst>
          </p:nvPr>
        </p:nvGraphicFramePr>
        <p:xfrm>
          <a:off x="-320843" y="1998188"/>
          <a:ext cx="12063663" cy="4710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9350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3533" y="1363629"/>
            <a:ext cx="11036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судебной речи – способствовать формированию внутреннего убеждения судей, убедительно и аргументировано воздействовать на народных и присяжных заседателей, присутствующих в зале суда граждан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функция судебной речи – воздействие.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судебной речи является деяние, за которое подсудимый привлекается к уголовной или иной ответственности.</a:t>
            </a: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судебной речи представляет собой совокупность вопросов, разрешаемых судом при постановлении приговора.</a:t>
            </a: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Материалом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судебной речи служат обстоятельства, связанные с конкретным уголовным или гражданским делом, факты, доказательства.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01070" y="503648"/>
            <a:ext cx="5281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судебной речи</a:t>
            </a:r>
          </a:p>
        </p:txBody>
      </p:sp>
    </p:spTree>
    <p:extLst>
      <p:ext uri="{BB962C8B-B14F-4D97-AF65-F5344CB8AC3E}">
        <p14:creationId xmlns:p14="http://schemas.microsoft.com/office/powerpoint/2010/main" val="2692331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1562100" y="335943"/>
            <a:ext cx="96992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Отличия от других видов публичных выступлений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879572"/>
              </p:ext>
            </p:extLst>
          </p:nvPr>
        </p:nvGraphicFramePr>
        <p:xfrm>
          <a:off x="395962" y="1969162"/>
          <a:ext cx="11149264" cy="39311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7316">
                  <a:extLst>
                    <a:ext uri="{9D8B030D-6E8A-4147-A177-3AD203B41FA5}">
                      <a16:colId xmlns:a16="http://schemas.microsoft.com/office/drawing/2014/main" val="35924830"/>
                    </a:ext>
                  </a:extLst>
                </a:gridCol>
                <a:gridCol w="2787316">
                  <a:extLst>
                    <a:ext uri="{9D8B030D-6E8A-4147-A177-3AD203B41FA5}">
                      <a16:colId xmlns:a16="http://schemas.microsoft.com/office/drawing/2014/main" val="2251751717"/>
                    </a:ext>
                  </a:extLst>
                </a:gridCol>
                <a:gridCol w="2787316">
                  <a:extLst>
                    <a:ext uri="{9D8B030D-6E8A-4147-A177-3AD203B41FA5}">
                      <a16:colId xmlns:a16="http://schemas.microsoft.com/office/drawing/2014/main" val="3096376245"/>
                    </a:ext>
                  </a:extLst>
                </a:gridCol>
                <a:gridCol w="2787316">
                  <a:extLst>
                    <a:ext uri="{9D8B030D-6E8A-4147-A177-3AD203B41FA5}">
                      <a16:colId xmlns:a16="http://schemas.microsoft.com/office/drawing/2014/main" val="3776520237"/>
                    </a:ext>
                  </a:extLst>
                </a:gridCol>
              </a:tblGrid>
              <a:tr h="655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Судебная речь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Политическое выступление / Митинг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Академическая лекция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29289620"/>
                  </a:ext>
                </a:extLst>
              </a:tr>
              <a:tr h="461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189089937"/>
                  </a:ext>
                </a:extLst>
              </a:tr>
              <a:tr h="5805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Ориентация во времени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1534290141"/>
                  </a:ext>
                </a:extLst>
              </a:tr>
              <a:tr h="5097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 аргументации</a:t>
                      </a: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1606422746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Эмоциональный фон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1370503834"/>
                  </a:ext>
                </a:extLst>
              </a:tr>
              <a:tr h="5714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Правовые последствия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4160139453"/>
                  </a:ext>
                </a:extLst>
              </a:tr>
              <a:tr h="5714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Диалогичность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3" marR="5813" marT="5813" marB="5813" anchor="ctr"/>
                </a:tc>
                <a:extLst>
                  <a:ext uri="{0D108BD9-81ED-4DB2-BD59-A6C34878D82A}">
                    <a16:rowId xmlns:a16="http://schemas.microsoft.com/office/drawing/2014/main" val="228355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6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5010" y="281333"/>
            <a:ext cx="1116530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юридической практике выделяют несколько видов судебных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речей: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обвинительная (прокурорская), 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защитительная (адвокатская), 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самозащитительная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речь обвиняемого, 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напутственное слово председательствующего в суде присяжных.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5010" y="5919083"/>
            <a:ext cx="113096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 — краткое повторное выступление участника прений, содержащее возражения на аргументы противоположной стороны.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04" y="2528102"/>
            <a:ext cx="10611515" cy="3215472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13078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617738" y="197923"/>
            <a:ext cx="70153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судебной аудитории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397930" y="1033030"/>
            <a:ext cx="971524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профессиональные участники процесса (судья, прокурор,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адвокат);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присяжные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заседатели (граждане РФ, включенные в списки присяжных заседателей и призванные в установленном законом порядке к участию в рассмотрении судом дела). Присяжные заседатели составляют коллегию из 12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человек;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иные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 процесса (подсудимый, потерпевший, гражданский истец, гражданский ответчик, свидетели, эксперты, специалисты, защищающие свои интересы или оказывающие помощь в рассмотрении дела, исполняющие возложенные на них законом процессуальные обязанности);</a:t>
            </a: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родственники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близкие, друзья подсудимого и потерпевшего, заинтересованные в исходе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89" y="4387171"/>
            <a:ext cx="1514497" cy="1521259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89" y="2823616"/>
            <a:ext cx="1468667" cy="122963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89" y="1033030"/>
            <a:ext cx="1456668" cy="145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/>
            </a:gs>
            <a:gs pos="2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4020189" y="3136559"/>
            <a:ext cx="41583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50360" t="65576" r="26324" b="100"/>
          <a:stretch/>
        </p:blipFill>
        <p:spPr>
          <a:xfrm>
            <a:off x="2859604" y="2980591"/>
            <a:ext cx="949569" cy="104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79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552</TotalTime>
  <Words>566</Words>
  <Application>Microsoft Office PowerPoint</Application>
  <PresentationFormat>Широкоэкранный</PresentationFormat>
  <Paragraphs>100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Calibri</vt:lpstr>
      <vt:lpstr>Times New Roman</vt:lpstr>
      <vt:lpstr>Tw Cen MT</vt:lpstr>
      <vt:lpstr>Tw Cen MT Condensed</vt:lpstr>
      <vt:lpstr>Wingdings</vt:lpstr>
      <vt:lpstr>Wingdings 3</vt:lpstr>
      <vt:lpstr>Интеграл</vt:lpstr>
      <vt:lpstr>Особенности судебной речи и ее отличие от других видов публичных выступлений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возникновения и развития судебного красноречия</dc:title>
  <dc:creator>Петренко Антонина Сергеевна</dc:creator>
  <cp:lastModifiedBy>Петренко Антонина Сергеевна</cp:lastModifiedBy>
  <cp:revision>100</cp:revision>
  <dcterms:created xsi:type="dcterms:W3CDTF">2026-07-14T05:32:46Z</dcterms:created>
  <dcterms:modified xsi:type="dcterms:W3CDTF">2026-09-24T06:56:16Z</dcterms:modified>
</cp:coreProperties>
</file>